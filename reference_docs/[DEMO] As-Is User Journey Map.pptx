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2.xml" ContentType="application/vnd.openxmlformats-officedocument.them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5"/>
  </p:sldMasterIdLst>
  <p:notesMasterIdLst>
    <p:notesMasterId r:id="rId8"/>
  </p:notesMasterIdLst>
  <p:sldIdLst>
    <p:sldId id="2147483570" r:id="rId6"/>
    <p:sldId id="2147483571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1DEEFC-EEFC-7B47-9C64-FC48FF53E0B9}" v="74" dt="2026-03-17T21:23:53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77"/>
    <p:restoredTop sz="96317"/>
  </p:normalViewPr>
  <p:slideViewPr>
    <p:cSldViewPr snapToGrid="0">
      <p:cViewPr varScale="1">
        <p:scale>
          <a:sx n="128" d="100"/>
          <a:sy n="128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o Yu" userId="7e58adc4-3a5a-4bf1-be5f-b2ff24de2b70" providerId="ADAL" clId="{53BADB8C-1EA0-5D6B-90F7-5BF50B0D1924}"/>
    <pc:docChg chg="undo custSel mod addSld delSld modSld modMainMaster">
      <pc:chgData name="Yao Yu" userId="7e58adc4-3a5a-4bf1-be5f-b2ff24de2b70" providerId="ADAL" clId="{53BADB8C-1EA0-5D6B-90F7-5BF50B0D1924}" dt="2026-03-17T21:24:32.698" v="597" actId="208"/>
      <pc:docMkLst>
        <pc:docMk/>
      </pc:docMkLst>
      <pc:sldChg chg="addSp delSp modSp add del mod">
        <pc:chgData name="Yao Yu" userId="7e58adc4-3a5a-4bf1-be5f-b2ff24de2b70" providerId="ADAL" clId="{53BADB8C-1EA0-5D6B-90F7-5BF50B0D1924}" dt="2026-03-17T21:24:32.698" v="597" actId="208"/>
        <pc:sldMkLst>
          <pc:docMk/>
          <pc:sldMk cId="3849077061" sldId="2147483541"/>
        </pc:sldMkLst>
        <pc:spChg chg="mod topLvl">
          <ac:chgData name="Yao Yu" userId="7e58adc4-3a5a-4bf1-be5f-b2ff24de2b70" providerId="ADAL" clId="{53BADB8C-1EA0-5D6B-90F7-5BF50B0D1924}" dt="2026-03-17T21:24:28.234" v="596" actId="208"/>
          <ac:spMkLst>
            <pc:docMk/>
            <pc:sldMk cId="3849077061" sldId="2147483541"/>
            <ac:spMk id="2" creationId="{7A8E1F45-3C46-3049-6E11-72929C628EDB}"/>
          </ac:spMkLst>
        </pc:spChg>
        <pc:spChg chg="add del">
          <ac:chgData name="Yao Yu" userId="7e58adc4-3a5a-4bf1-be5f-b2ff24de2b70" providerId="ADAL" clId="{53BADB8C-1EA0-5D6B-90F7-5BF50B0D1924}" dt="2026-03-17T21:21:38.685" v="589" actId="478"/>
          <ac:spMkLst>
            <pc:docMk/>
            <pc:sldMk cId="3849077061" sldId="2147483541"/>
            <ac:spMk id="3" creationId="{4C2C3629-D5B3-C57F-1C98-A6930C9DEA47}"/>
          </ac:spMkLst>
        </pc:spChg>
        <pc:spChg chg="mod topLvl">
          <ac:chgData name="Yao Yu" userId="7e58adc4-3a5a-4bf1-be5f-b2ff24de2b70" providerId="ADAL" clId="{53BADB8C-1EA0-5D6B-90F7-5BF50B0D1924}" dt="2026-03-17T21:24:28.234" v="596" actId="208"/>
          <ac:spMkLst>
            <pc:docMk/>
            <pc:sldMk cId="3849077061" sldId="2147483541"/>
            <ac:spMk id="4" creationId="{022162F7-F412-C55F-E1A7-E8D777368949}"/>
          </ac:spMkLst>
        </pc:spChg>
        <pc:spChg chg="mod topLvl">
          <ac:chgData name="Yao Yu" userId="7e58adc4-3a5a-4bf1-be5f-b2ff24de2b70" providerId="ADAL" clId="{53BADB8C-1EA0-5D6B-90F7-5BF50B0D1924}" dt="2026-03-17T21:24:17.349" v="594" actId="208"/>
          <ac:spMkLst>
            <pc:docMk/>
            <pc:sldMk cId="3849077061" sldId="2147483541"/>
            <ac:spMk id="5" creationId="{166EACC8-73E9-86F9-CE4D-EE3384525508}"/>
          </ac:spMkLst>
        </pc:spChg>
        <pc:spChg chg="mod topLvl">
          <ac:chgData name="Yao Yu" userId="7e58adc4-3a5a-4bf1-be5f-b2ff24de2b70" providerId="ADAL" clId="{53BADB8C-1EA0-5D6B-90F7-5BF50B0D1924}" dt="2026-03-17T21:24:32.698" v="597" actId="208"/>
          <ac:spMkLst>
            <pc:docMk/>
            <pc:sldMk cId="3849077061" sldId="2147483541"/>
            <ac:spMk id="6" creationId="{4DAE1527-1A0C-6738-D64B-027F70EB9F5C}"/>
          </ac:spMkLst>
        </pc:spChg>
        <pc:spChg chg="mod topLvl">
          <ac:chgData name="Yao Yu" userId="7e58adc4-3a5a-4bf1-be5f-b2ff24de2b70" providerId="ADAL" clId="{53BADB8C-1EA0-5D6B-90F7-5BF50B0D1924}" dt="2026-03-17T21:24:22.251" v="595" actId="208"/>
          <ac:spMkLst>
            <pc:docMk/>
            <pc:sldMk cId="3849077061" sldId="2147483541"/>
            <ac:spMk id="8" creationId="{1F8ADAF7-EF50-34F8-1A79-E081BB94844F}"/>
          </ac:spMkLst>
        </pc:spChg>
        <pc:spChg chg="mod topLvl">
          <ac:chgData name="Yao Yu" userId="7e58adc4-3a5a-4bf1-be5f-b2ff24de2b70" providerId="ADAL" clId="{53BADB8C-1EA0-5D6B-90F7-5BF50B0D1924}" dt="2026-03-17T21:24:28.234" v="596" actId="208"/>
          <ac:spMkLst>
            <pc:docMk/>
            <pc:sldMk cId="3849077061" sldId="2147483541"/>
            <ac:spMk id="9" creationId="{5866A5AB-1F03-6E29-077F-50DF868E864F}"/>
          </ac:spMkLst>
        </pc:spChg>
        <pc:spChg chg="add del mod modVis">
          <ac:chgData name="Yao Yu" userId="7e58adc4-3a5a-4bf1-be5f-b2ff24de2b70" providerId="ADAL" clId="{53BADB8C-1EA0-5D6B-90F7-5BF50B0D1924}" dt="2026-03-17T19:15:17.670" v="160"/>
          <ac:spMkLst>
            <pc:docMk/>
            <pc:sldMk cId="3849077061" sldId="2147483541"/>
            <ac:spMk id="10" creationId="{6FB411B2-BA28-9AFD-11FE-7C2437BF919F}"/>
          </ac:spMkLst>
        </pc:spChg>
        <pc:spChg chg="add del mod modVis">
          <ac:chgData name="Yao Yu" userId="7e58adc4-3a5a-4bf1-be5f-b2ff24de2b70" providerId="ADAL" clId="{53BADB8C-1EA0-5D6B-90F7-5BF50B0D1924}" dt="2026-03-17T19:15:14.551" v="98"/>
          <ac:spMkLst>
            <pc:docMk/>
            <pc:sldMk cId="3849077061" sldId="2147483541"/>
            <ac:spMk id="10" creationId="{B413BC71-4288-975A-5776-89344C60DA9A}"/>
          </ac:spMkLst>
        </pc:spChg>
        <pc:spChg chg="add del mod">
          <ac:chgData name="Yao Yu" userId="7e58adc4-3a5a-4bf1-be5f-b2ff24de2b70" providerId="ADAL" clId="{53BADB8C-1EA0-5D6B-90F7-5BF50B0D1924}" dt="2026-03-17T19:15:42.418" v="192" actId="478"/>
          <ac:spMkLst>
            <pc:docMk/>
            <pc:sldMk cId="3849077061" sldId="2147483541"/>
            <ac:spMk id="11" creationId="{0F7BEE89-93BF-0367-F9A8-2C10288292D1}"/>
          </ac:spMkLst>
        </pc:spChg>
        <pc:spChg chg="add mod">
          <ac:chgData name="Yao Yu" userId="7e58adc4-3a5a-4bf1-be5f-b2ff24de2b70" providerId="ADAL" clId="{53BADB8C-1EA0-5D6B-90F7-5BF50B0D1924}" dt="2026-03-17T21:13:47.328" v="289" actId="20577"/>
          <ac:spMkLst>
            <pc:docMk/>
            <pc:sldMk cId="3849077061" sldId="2147483541"/>
            <ac:spMk id="12" creationId="{D95F6D65-B01C-3137-FE38-C1884F2648AF}"/>
          </ac:spMkLst>
        </pc:spChg>
        <pc:spChg chg="add mod">
          <ac:chgData name="Yao Yu" userId="7e58adc4-3a5a-4bf1-be5f-b2ff24de2b70" providerId="ADAL" clId="{53BADB8C-1EA0-5D6B-90F7-5BF50B0D1924}" dt="2026-03-17T21:13:47.335" v="303" actId="20577"/>
          <ac:spMkLst>
            <pc:docMk/>
            <pc:sldMk cId="3849077061" sldId="2147483541"/>
            <ac:spMk id="13" creationId="{F478D5EC-9DD9-F587-51FC-08C42ABACC7B}"/>
          </ac:spMkLst>
        </pc:spChg>
        <pc:spChg chg="add mod">
          <ac:chgData name="Yao Yu" userId="7e58adc4-3a5a-4bf1-be5f-b2ff24de2b70" providerId="ADAL" clId="{53BADB8C-1EA0-5D6B-90F7-5BF50B0D1924}" dt="2026-03-17T21:13:47.340" v="317" actId="20577"/>
          <ac:spMkLst>
            <pc:docMk/>
            <pc:sldMk cId="3849077061" sldId="2147483541"/>
            <ac:spMk id="14" creationId="{1DD82469-0C3C-4061-FF12-A265BAB01D1B}"/>
          </ac:spMkLst>
        </pc:spChg>
        <pc:spChg chg="add mod">
          <ac:chgData name="Yao Yu" userId="7e58adc4-3a5a-4bf1-be5f-b2ff24de2b70" providerId="ADAL" clId="{53BADB8C-1EA0-5D6B-90F7-5BF50B0D1924}" dt="2026-03-17T21:13:52.656" v="333" actId="120"/>
          <ac:spMkLst>
            <pc:docMk/>
            <pc:sldMk cId="3849077061" sldId="2147483541"/>
            <ac:spMk id="15" creationId="{159A61F7-09BA-E477-4790-7C8216868CF7}"/>
          </ac:spMkLst>
        </pc:spChg>
        <pc:spChg chg="add mod">
          <ac:chgData name="Yao Yu" userId="7e58adc4-3a5a-4bf1-be5f-b2ff24de2b70" providerId="ADAL" clId="{53BADB8C-1EA0-5D6B-90F7-5BF50B0D1924}" dt="2026-03-17T21:13:52.656" v="333" actId="120"/>
          <ac:spMkLst>
            <pc:docMk/>
            <pc:sldMk cId="3849077061" sldId="2147483541"/>
            <ac:spMk id="16" creationId="{0C58CC81-FCE7-C731-D9C8-AFE979F4CA21}"/>
          </ac:spMkLst>
        </pc:spChg>
        <pc:spChg chg="mod">
          <ac:chgData name="Yao Yu" userId="7e58adc4-3a5a-4bf1-be5f-b2ff24de2b70" providerId="ADAL" clId="{53BADB8C-1EA0-5D6B-90F7-5BF50B0D1924}" dt="2026-03-17T21:19:40.030" v="525" actId="948"/>
          <ac:spMkLst>
            <pc:docMk/>
            <pc:sldMk cId="3849077061" sldId="2147483541"/>
            <ac:spMk id="17" creationId="{B392587E-8470-6B69-1CC7-EB781819E048}"/>
          </ac:spMkLst>
        </pc:spChg>
        <pc:spChg chg="del">
          <ac:chgData name="Yao Yu" userId="7e58adc4-3a5a-4bf1-be5f-b2ff24de2b70" providerId="ADAL" clId="{53BADB8C-1EA0-5D6B-90F7-5BF50B0D1924}" dt="2026-03-17T21:13:21.159" v="282" actId="478"/>
          <ac:spMkLst>
            <pc:docMk/>
            <pc:sldMk cId="3849077061" sldId="2147483541"/>
            <ac:spMk id="18" creationId="{BF92A059-C876-3B10-7AE6-8D3A97E25333}"/>
          </ac:spMkLst>
        </pc:spChg>
        <pc:spChg chg="del">
          <ac:chgData name="Yao Yu" userId="7e58adc4-3a5a-4bf1-be5f-b2ff24de2b70" providerId="ADAL" clId="{53BADB8C-1EA0-5D6B-90F7-5BF50B0D1924}" dt="2026-03-17T21:14:25.887" v="352" actId="478"/>
          <ac:spMkLst>
            <pc:docMk/>
            <pc:sldMk cId="3849077061" sldId="2147483541"/>
            <ac:spMk id="19" creationId="{C52EB0FE-F243-5067-52D5-2AD09857ACD7}"/>
          </ac:spMkLst>
        </pc:spChg>
        <pc:spChg chg="mod">
          <ac:chgData name="Yao Yu" userId="7e58adc4-3a5a-4bf1-be5f-b2ff24de2b70" providerId="ADAL" clId="{53BADB8C-1EA0-5D6B-90F7-5BF50B0D1924}" dt="2026-03-17T21:13:52.656" v="333" actId="120"/>
          <ac:spMkLst>
            <pc:docMk/>
            <pc:sldMk cId="3849077061" sldId="2147483541"/>
            <ac:spMk id="20" creationId="{0832765D-3E95-39A0-5098-E8C2936ACB47}"/>
          </ac:spMkLst>
        </pc:spChg>
        <pc:spChg chg="add mod">
          <ac:chgData name="Yao Yu" userId="7e58adc4-3a5a-4bf1-be5f-b2ff24de2b70" providerId="ADAL" clId="{53BADB8C-1EA0-5D6B-90F7-5BF50B0D1924}" dt="2026-03-17T21:13:47.342" v="323" actId="20577"/>
          <ac:spMkLst>
            <pc:docMk/>
            <pc:sldMk cId="3849077061" sldId="2147483541"/>
            <ac:spMk id="21" creationId="{89E0464A-F905-B9EF-D4A3-8AB743EBDFAB}"/>
          </ac:spMkLst>
        </pc:spChg>
        <pc:spChg chg="mod">
          <ac:chgData name="Yao Yu" userId="7e58adc4-3a5a-4bf1-be5f-b2ff24de2b70" providerId="ADAL" clId="{53BADB8C-1EA0-5D6B-90F7-5BF50B0D1924}" dt="2026-03-17T21:18:09.352" v="502" actId="20577"/>
          <ac:spMkLst>
            <pc:docMk/>
            <pc:sldMk cId="3849077061" sldId="2147483541"/>
            <ac:spMk id="22" creationId="{47D7B5B6-460F-86D5-A4A1-D0884799FC63}"/>
          </ac:spMkLst>
        </pc:spChg>
        <pc:spChg chg="mod">
          <ac:chgData name="Yao Yu" userId="7e58adc4-3a5a-4bf1-be5f-b2ff24de2b70" providerId="ADAL" clId="{53BADB8C-1EA0-5D6B-90F7-5BF50B0D1924}" dt="2026-03-17T21:14:44.919" v="401" actId="242"/>
          <ac:spMkLst>
            <pc:docMk/>
            <pc:sldMk cId="3849077061" sldId="2147483541"/>
            <ac:spMk id="23" creationId="{01C62F66-4A7F-989F-D817-A988C8D039F3}"/>
          </ac:spMkLst>
        </pc:spChg>
        <pc:spChg chg="mod">
          <ac:chgData name="Yao Yu" userId="7e58adc4-3a5a-4bf1-be5f-b2ff24de2b70" providerId="ADAL" clId="{53BADB8C-1EA0-5D6B-90F7-5BF50B0D1924}" dt="2026-03-17T21:15:44.846" v="414" actId="408"/>
          <ac:spMkLst>
            <pc:docMk/>
            <pc:sldMk cId="3849077061" sldId="2147483541"/>
            <ac:spMk id="24" creationId="{018C94BF-5A71-C470-AE17-C5E4959FC691}"/>
          </ac:spMkLst>
        </pc:spChg>
        <pc:spChg chg="mod">
          <ac:chgData name="Yao Yu" userId="7e58adc4-3a5a-4bf1-be5f-b2ff24de2b70" providerId="ADAL" clId="{53BADB8C-1EA0-5D6B-90F7-5BF50B0D1924}" dt="2026-03-17T21:13:47.338" v="311" actId="20577"/>
          <ac:spMkLst>
            <pc:docMk/>
            <pc:sldMk cId="3849077061" sldId="2147483541"/>
            <ac:spMk id="25" creationId="{E5524C98-1877-BCF6-A3D9-16A6882E80D5}"/>
          </ac:spMkLst>
        </pc:spChg>
        <pc:spChg chg="mod">
          <ac:chgData name="Yao Yu" userId="7e58adc4-3a5a-4bf1-be5f-b2ff24de2b70" providerId="ADAL" clId="{53BADB8C-1EA0-5D6B-90F7-5BF50B0D1924}" dt="2026-03-17T21:13:47.343" v="325" actId="20577"/>
          <ac:spMkLst>
            <pc:docMk/>
            <pc:sldMk cId="3849077061" sldId="2147483541"/>
            <ac:spMk id="26" creationId="{54C8BE7D-4FD9-8E1E-4C7A-BDF71147A2D8}"/>
          </ac:spMkLst>
        </pc:spChg>
        <pc:spChg chg="add mod">
          <ac:chgData name="Yao Yu" userId="7e58adc4-3a5a-4bf1-be5f-b2ff24de2b70" providerId="ADAL" clId="{53BADB8C-1EA0-5D6B-90F7-5BF50B0D1924}" dt="2026-03-17T21:13:52.656" v="333" actId="120"/>
          <ac:spMkLst>
            <pc:docMk/>
            <pc:sldMk cId="3849077061" sldId="2147483541"/>
            <ac:spMk id="27" creationId="{EDA747A2-563A-3C72-8E50-D5E16420C879}"/>
          </ac:spMkLst>
        </pc:spChg>
        <pc:spChg chg="mod">
          <ac:chgData name="Yao Yu" userId="7e58adc4-3a5a-4bf1-be5f-b2ff24de2b70" providerId="ADAL" clId="{53BADB8C-1EA0-5D6B-90F7-5BF50B0D1924}" dt="2026-03-17T21:20:32.644" v="582" actId="552"/>
          <ac:spMkLst>
            <pc:docMk/>
            <pc:sldMk cId="3849077061" sldId="2147483541"/>
            <ac:spMk id="28" creationId="{191F2D5B-EDCF-79F7-7C77-98823DE9CF2A}"/>
          </ac:spMkLst>
        </pc:spChg>
        <pc:spChg chg="del">
          <ac:chgData name="Yao Yu" userId="7e58adc4-3a5a-4bf1-be5f-b2ff24de2b70" providerId="ADAL" clId="{53BADB8C-1EA0-5D6B-90F7-5BF50B0D1924}" dt="2026-03-17T21:14:25.887" v="352" actId="478"/>
          <ac:spMkLst>
            <pc:docMk/>
            <pc:sldMk cId="3849077061" sldId="2147483541"/>
            <ac:spMk id="30" creationId="{4591371D-9847-5919-443B-3C20B9EE476F}"/>
          </ac:spMkLst>
        </pc:spChg>
        <pc:spChg chg="del">
          <ac:chgData name="Yao Yu" userId="7e58adc4-3a5a-4bf1-be5f-b2ff24de2b70" providerId="ADAL" clId="{53BADB8C-1EA0-5D6B-90F7-5BF50B0D1924}" dt="2026-03-17T21:14:25.887" v="352" actId="478"/>
          <ac:spMkLst>
            <pc:docMk/>
            <pc:sldMk cId="3849077061" sldId="2147483541"/>
            <ac:spMk id="31" creationId="{41C58D81-8872-A690-D8DF-FC8ED6A41045}"/>
          </ac:spMkLst>
        </pc:spChg>
        <pc:spChg chg="del">
          <ac:chgData name="Yao Yu" userId="7e58adc4-3a5a-4bf1-be5f-b2ff24de2b70" providerId="ADAL" clId="{53BADB8C-1EA0-5D6B-90F7-5BF50B0D1924}" dt="2026-03-17T21:14:25.887" v="352" actId="478"/>
          <ac:spMkLst>
            <pc:docMk/>
            <pc:sldMk cId="3849077061" sldId="2147483541"/>
            <ac:spMk id="32" creationId="{460CC087-F859-C80E-F17E-A9B5EA940B00}"/>
          </ac:spMkLst>
        </pc:spChg>
        <pc:spChg chg="add mod">
          <ac:chgData name="Yao Yu" userId="7e58adc4-3a5a-4bf1-be5f-b2ff24de2b70" providerId="ADAL" clId="{53BADB8C-1EA0-5D6B-90F7-5BF50B0D1924}" dt="2026-03-17T21:13:47.339" v="315" actId="20577"/>
          <ac:spMkLst>
            <pc:docMk/>
            <pc:sldMk cId="3849077061" sldId="2147483541"/>
            <ac:spMk id="33" creationId="{32896E9A-C179-E9EA-9B60-53623935A9F4}"/>
          </ac:spMkLst>
        </pc:spChg>
        <pc:spChg chg="mod">
          <ac:chgData name="Yao Yu" userId="7e58adc4-3a5a-4bf1-be5f-b2ff24de2b70" providerId="ADAL" clId="{53BADB8C-1EA0-5D6B-90F7-5BF50B0D1924}" dt="2026-03-17T21:14:44.919" v="401" actId="242"/>
          <ac:spMkLst>
            <pc:docMk/>
            <pc:sldMk cId="3849077061" sldId="2147483541"/>
            <ac:spMk id="34" creationId="{383ED413-8C0B-808A-82FF-13D0B3A3AC12}"/>
          </ac:spMkLst>
        </pc:spChg>
        <pc:spChg chg="mod">
          <ac:chgData name="Yao Yu" userId="7e58adc4-3a5a-4bf1-be5f-b2ff24de2b70" providerId="ADAL" clId="{53BADB8C-1EA0-5D6B-90F7-5BF50B0D1924}" dt="2026-03-17T21:14:41.856" v="398" actId="20577"/>
          <ac:spMkLst>
            <pc:docMk/>
            <pc:sldMk cId="3849077061" sldId="2147483541"/>
            <ac:spMk id="35" creationId="{6B4CFEF3-3B58-024F-47F5-88769DE49B94}"/>
          </ac:spMkLst>
        </pc:spChg>
        <pc:spChg chg="mod">
          <ac:chgData name="Yao Yu" userId="7e58adc4-3a5a-4bf1-be5f-b2ff24de2b70" providerId="ADAL" clId="{53BADB8C-1EA0-5D6B-90F7-5BF50B0D1924}" dt="2026-03-17T21:15:39.075" v="412" actId="1076"/>
          <ac:spMkLst>
            <pc:docMk/>
            <pc:sldMk cId="3849077061" sldId="2147483541"/>
            <ac:spMk id="37" creationId="{5CC39DF7-6D09-3DD1-3D87-207B91D62102}"/>
          </ac:spMkLst>
        </pc:spChg>
        <pc:spChg chg="mod">
          <ac:chgData name="Yao Yu" userId="7e58adc4-3a5a-4bf1-be5f-b2ff24de2b70" providerId="ADAL" clId="{53BADB8C-1EA0-5D6B-90F7-5BF50B0D1924}" dt="2026-03-17T21:17:36.359" v="492" actId="1076"/>
          <ac:spMkLst>
            <pc:docMk/>
            <pc:sldMk cId="3849077061" sldId="2147483541"/>
            <ac:spMk id="38" creationId="{941404BE-1885-19F3-3277-4FC20E08162F}"/>
          </ac:spMkLst>
        </pc:spChg>
        <pc:spChg chg="mod">
          <ac:chgData name="Yao Yu" userId="7e58adc4-3a5a-4bf1-be5f-b2ff24de2b70" providerId="ADAL" clId="{53BADB8C-1EA0-5D6B-90F7-5BF50B0D1924}" dt="2026-03-17T21:13:08.496" v="281" actId="242"/>
          <ac:spMkLst>
            <pc:docMk/>
            <pc:sldMk cId="3849077061" sldId="2147483541"/>
            <ac:spMk id="39" creationId="{5C05AF26-177E-C9E7-4D08-838969AEBCFF}"/>
          </ac:spMkLst>
        </pc:spChg>
        <pc:spChg chg="mod topLvl">
          <ac:chgData name="Yao Yu" userId="7e58adc4-3a5a-4bf1-be5f-b2ff24de2b70" providerId="ADAL" clId="{53BADB8C-1EA0-5D6B-90F7-5BF50B0D1924}" dt="2026-03-17T21:24:28.234" v="596" actId="208"/>
          <ac:spMkLst>
            <pc:docMk/>
            <pc:sldMk cId="3849077061" sldId="2147483541"/>
            <ac:spMk id="41" creationId="{5175F06A-F1CE-71C4-E444-7F4712298671}"/>
          </ac:spMkLst>
        </pc:spChg>
        <pc:spChg chg="add mod">
          <ac:chgData name="Yao Yu" userId="7e58adc4-3a5a-4bf1-be5f-b2ff24de2b70" providerId="ADAL" clId="{53BADB8C-1EA0-5D6B-90F7-5BF50B0D1924}" dt="2026-03-17T21:13:52.656" v="333" actId="120"/>
          <ac:spMkLst>
            <pc:docMk/>
            <pc:sldMk cId="3849077061" sldId="2147483541"/>
            <ac:spMk id="42" creationId="{C78CAFD9-5149-7B42-A3C4-92612FD2BDC1}"/>
          </ac:spMkLst>
        </pc:spChg>
        <pc:spChg chg="add mod">
          <ac:chgData name="Yao Yu" userId="7e58adc4-3a5a-4bf1-be5f-b2ff24de2b70" providerId="ADAL" clId="{53BADB8C-1EA0-5D6B-90F7-5BF50B0D1924}" dt="2026-03-17T21:14:41.846" v="374" actId="20577"/>
          <ac:spMkLst>
            <pc:docMk/>
            <pc:sldMk cId="3849077061" sldId="2147483541"/>
            <ac:spMk id="51" creationId="{7B2968FA-3B1E-2D84-FB12-EBBF4ADB5FB5}"/>
          </ac:spMkLst>
        </pc:spChg>
        <pc:spChg chg="add mod">
          <ac:chgData name="Yao Yu" userId="7e58adc4-3a5a-4bf1-be5f-b2ff24de2b70" providerId="ADAL" clId="{53BADB8C-1EA0-5D6B-90F7-5BF50B0D1924}" dt="2026-03-17T21:14:44.919" v="401" actId="242"/>
          <ac:spMkLst>
            <pc:docMk/>
            <pc:sldMk cId="3849077061" sldId="2147483541"/>
            <ac:spMk id="52" creationId="{7ADBA88E-095A-06A5-4DA8-7793A28AB889}"/>
          </ac:spMkLst>
        </pc:spChg>
        <pc:spChg chg="add mod">
          <ac:chgData name="Yao Yu" userId="7e58adc4-3a5a-4bf1-be5f-b2ff24de2b70" providerId="ADAL" clId="{53BADB8C-1EA0-5D6B-90F7-5BF50B0D1924}" dt="2026-03-17T21:15:44.846" v="414" actId="408"/>
          <ac:spMkLst>
            <pc:docMk/>
            <pc:sldMk cId="3849077061" sldId="2147483541"/>
            <ac:spMk id="53" creationId="{2D83A486-0A82-1B02-F8BB-26D9B3656A18}"/>
          </ac:spMkLst>
        </pc:spChg>
        <pc:spChg chg="add mod">
          <ac:chgData name="Yao Yu" userId="7e58adc4-3a5a-4bf1-be5f-b2ff24de2b70" providerId="ADAL" clId="{53BADB8C-1EA0-5D6B-90F7-5BF50B0D1924}" dt="2026-03-17T21:14:41.845" v="372" actId="20577"/>
          <ac:spMkLst>
            <pc:docMk/>
            <pc:sldMk cId="3849077061" sldId="2147483541"/>
            <ac:spMk id="54" creationId="{36031A6E-2456-0490-283F-EEEE579D540D}"/>
          </ac:spMkLst>
        </pc:spChg>
        <pc:spChg chg="add mod">
          <ac:chgData name="Yao Yu" userId="7e58adc4-3a5a-4bf1-be5f-b2ff24de2b70" providerId="ADAL" clId="{53BADB8C-1EA0-5D6B-90F7-5BF50B0D1924}" dt="2026-03-17T21:14:44.919" v="401" actId="242"/>
          <ac:spMkLst>
            <pc:docMk/>
            <pc:sldMk cId="3849077061" sldId="2147483541"/>
            <ac:spMk id="55" creationId="{2A45F7FA-53C1-9456-CE09-AD2B9B6D5549}"/>
          </ac:spMkLst>
        </pc:spChg>
        <pc:spChg chg="add mod">
          <ac:chgData name="Yao Yu" userId="7e58adc4-3a5a-4bf1-be5f-b2ff24de2b70" providerId="ADAL" clId="{53BADB8C-1EA0-5D6B-90F7-5BF50B0D1924}" dt="2026-03-17T21:14:44.919" v="401" actId="242"/>
          <ac:spMkLst>
            <pc:docMk/>
            <pc:sldMk cId="3849077061" sldId="2147483541"/>
            <ac:spMk id="56" creationId="{550F0EA1-C824-24A7-590D-BF391ADCBDF6}"/>
          </ac:spMkLst>
        </pc:spChg>
        <pc:spChg chg="add mod">
          <ac:chgData name="Yao Yu" userId="7e58adc4-3a5a-4bf1-be5f-b2ff24de2b70" providerId="ADAL" clId="{53BADB8C-1EA0-5D6B-90F7-5BF50B0D1924}" dt="2026-03-17T21:14:41.848" v="380" actId="20577"/>
          <ac:spMkLst>
            <pc:docMk/>
            <pc:sldMk cId="3849077061" sldId="2147483541"/>
            <ac:spMk id="57" creationId="{E9AB1B48-2DBC-F836-4CBE-A005D02DC489}"/>
          </ac:spMkLst>
        </pc:spChg>
        <pc:spChg chg="add mod">
          <ac:chgData name="Yao Yu" userId="7e58adc4-3a5a-4bf1-be5f-b2ff24de2b70" providerId="ADAL" clId="{53BADB8C-1EA0-5D6B-90F7-5BF50B0D1924}" dt="2026-03-17T21:14:41.843" v="366" actId="20577"/>
          <ac:spMkLst>
            <pc:docMk/>
            <pc:sldMk cId="3849077061" sldId="2147483541"/>
            <ac:spMk id="58" creationId="{56E5FC9A-4229-F29D-842F-4502D05DF802}"/>
          </ac:spMkLst>
        </pc:spChg>
        <pc:spChg chg="add mod">
          <ac:chgData name="Yao Yu" userId="7e58adc4-3a5a-4bf1-be5f-b2ff24de2b70" providerId="ADAL" clId="{53BADB8C-1EA0-5D6B-90F7-5BF50B0D1924}" dt="2026-03-17T21:16:28.898" v="436" actId="408"/>
          <ac:spMkLst>
            <pc:docMk/>
            <pc:sldMk cId="3849077061" sldId="2147483541"/>
            <ac:spMk id="59" creationId="{D1B83E57-A36F-2029-B85A-AEDC32F7E6C9}"/>
          </ac:spMkLst>
        </pc:spChg>
        <pc:spChg chg="add mod">
          <ac:chgData name="Yao Yu" userId="7e58adc4-3a5a-4bf1-be5f-b2ff24de2b70" providerId="ADAL" clId="{53BADB8C-1EA0-5D6B-90F7-5BF50B0D1924}" dt="2026-03-17T21:14:41.849" v="382" actId="20577"/>
          <ac:spMkLst>
            <pc:docMk/>
            <pc:sldMk cId="3849077061" sldId="2147483541"/>
            <ac:spMk id="61" creationId="{A243DDA8-E1D2-325F-0E02-E937DBD76088}"/>
          </ac:spMkLst>
        </pc:spChg>
        <pc:spChg chg="add mod">
          <ac:chgData name="Yao Yu" userId="7e58adc4-3a5a-4bf1-be5f-b2ff24de2b70" providerId="ADAL" clId="{53BADB8C-1EA0-5D6B-90F7-5BF50B0D1924}" dt="2026-03-17T21:14:44.919" v="401" actId="242"/>
          <ac:spMkLst>
            <pc:docMk/>
            <pc:sldMk cId="3849077061" sldId="2147483541"/>
            <ac:spMk id="62" creationId="{77222994-95B1-C01A-A3A3-01A523747196}"/>
          </ac:spMkLst>
        </pc:spChg>
        <pc:spChg chg="add mod">
          <ac:chgData name="Yao Yu" userId="7e58adc4-3a5a-4bf1-be5f-b2ff24de2b70" providerId="ADAL" clId="{53BADB8C-1EA0-5D6B-90F7-5BF50B0D1924}" dt="2026-03-17T21:14:44.919" v="401" actId="242"/>
          <ac:spMkLst>
            <pc:docMk/>
            <pc:sldMk cId="3849077061" sldId="2147483541"/>
            <ac:spMk id="258" creationId="{102166A5-F505-BC8D-563C-61D75F4C429A}"/>
          </ac:spMkLst>
        </pc:spChg>
        <pc:spChg chg="add mod">
          <ac:chgData name="Yao Yu" userId="7e58adc4-3a5a-4bf1-be5f-b2ff24de2b70" providerId="ADAL" clId="{53BADB8C-1EA0-5D6B-90F7-5BF50B0D1924}" dt="2026-03-17T21:17:51.195" v="494" actId="20577"/>
          <ac:spMkLst>
            <pc:docMk/>
            <pc:sldMk cId="3849077061" sldId="2147483541"/>
            <ac:spMk id="259" creationId="{62882446-F7D9-84E4-8746-6D4FC920D99B}"/>
          </ac:spMkLst>
        </pc:spChg>
        <pc:spChg chg="add del mod modVis">
          <ac:chgData name="Yao Yu" userId="7e58adc4-3a5a-4bf1-be5f-b2ff24de2b70" providerId="ADAL" clId="{53BADB8C-1EA0-5D6B-90F7-5BF50B0D1924}" dt="2026-03-17T21:19:40.061" v="548"/>
          <ac:spMkLst>
            <pc:docMk/>
            <pc:sldMk cId="3849077061" sldId="2147483541"/>
            <ac:spMk id="261" creationId="{EA7A01FF-11A4-5A8A-C868-1BD9B6BF9EB1}"/>
          </ac:spMkLst>
        </pc:spChg>
        <pc:spChg chg="add mod">
          <ac:chgData name="Yao Yu" userId="7e58adc4-3a5a-4bf1-be5f-b2ff24de2b70" providerId="ADAL" clId="{53BADB8C-1EA0-5D6B-90F7-5BF50B0D1924}" dt="2026-03-17T21:20:37.368" v="585" actId="20577"/>
          <ac:spMkLst>
            <pc:docMk/>
            <pc:sldMk cId="3849077061" sldId="2147483541"/>
            <ac:spMk id="262" creationId="{0DC9DBD0-4327-978C-B628-5F0C7A18D0DB}"/>
          </ac:spMkLst>
        </pc:spChg>
        <pc:spChg chg="mod">
          <ac:chgData name="Yao Yu" userId="7e58adc4-3a5a-4bf1-be5f-b2ff24de2b70" providerId="ADAL" clId="{53BADB8C-1EA0-5D6B-90F7-5BF50B0D1924}" dt="2026-03-17T21:13:47.341" v="321" actId="20577"/>
          <ac:spMkLst>
            <pc:docMk/>
            <pc:sldMk cId="3849077061" sldId="2147483541"/>
            <ac:spMk id="291" creationId="{909DBE07-27CE-BFC4-D7D9-7400438CF295}"/>
          </ac:spMkLst>
        </pc:spChg>
        <pc:spChg chg="mod">
          <ac:chgData name="Yao Yu" userId="7e58adc4-3a5a-4bf1-be5f-b2ff24de2b70" providerId="ADAL" clId="{53BADB8C-1EA0-5D6B-90F7-5BF50B0D1924}" dt="2026-03-17T21:13:52.656" v="333" actId="120"/>
          <ac:spMkLst>
            <pc:docMk/>
            <pc:sldMk cId="3849077061" sldId="2147483541"/>
            <ac:spMk id="292" creationId="{613D45CF-4F28-4ABB-1A46-9F6571CA9CF0}"/>
          </ac:spMkLst>
        </pc:spChg>
        <pc:spChg chg="mod">
          <ac:chgData name="Yao Yu" userId="7e58adc4-3a5a-4bf1-be5f-b2ff24de2b70" providerId="ADAL" clId="{53BADB8C-1EA0-5D6B-90F7-5BF50B0D1924}" dt="2026-03-17T21:13:47.336" v="305" actId="20577"/>
          <ac:spMkLst>
            <pc:docMk/>
            <pc:sldMk cId="3849077061" sldId="2147483541"/>
            <ac:spMk id="293" creationId="{ED509B21-6F81-46A9-6F0B-260FC7B1B562}"/>
          </ac:spMkLst>
        </pc:spChg>
        <pc:spChg chg="mod">
          <ac:chgData name="Yao Yu" userId="7e58adc4-3a5a-4bf1-be5f-b2ff24de2b70" providerId="ADAL" clId="{53BADB8C-1EA0-5D6B-90F7-5BF50B0D1924}" dt="2026-03-17T21:13:47.341" v="319" actId="20577"/>
          <ac:spMkLst>
            <pc:docMk/>
            <pc:sldMk cId="3849077061" sldId="2147483541"/>
            <ac:spMk id="294" creationId="{22505D65-7B4A-7C17-E117-5810A4625E6B}"/>
          </ac:spMkLst>
        </pc:spChg>
        <pc:spChg chg="del">
          <ac:chgData name="Yao Yu" userId="7e58adc4-3a5a-4bf1-be5f-b2ff24de2b70" providerId="ADAL" clId="{53BADB8C-1EA0-5D6B-90F7-5BF50B0D1924}" dt="2026-03-17T21:13:21.159" v="282" actId="478"/>
          <ac:spMkLst>
            <pc:docMk/>
            <pc:sldMk cId="3849077061" sldId="2147483541"/>
            <ac:spMk id="295" creationId="{ED3103FC-ED45-BA12-F15B-BF7E924870F1}"/>
          </ac:spMkLst>
        </pc:spChg>
        <pc:spChg chg="del">
          <ac:chgData name="Yao Yu" userId="7e58adc4-3a5a-4bf1-be5f-b2ff24de2b70" providerId="ADAL" clId="{53BADB8C-1EA0-5D6B-90F7-5BF50B0D1924}" dt="2026-03-17T21:13:24.684" v="284" actId="478"/>
          <ac:spMkLst>
            <pc:docMk/>
            <pc:sldMk cId="3849077061" sldId="2147483541"/>
            <ac:spMk id="296" creationId="{9AA65C12-DC6A-0286-8CF1-840A616B077C}"/>
          </ac:spMkLst>
        </pc:spChg>
        <pc:spChg chg="mod">
          <ac:chgData name="Yao Yu" userId="7e58adc4-3a5a-4bf1-be5f-b2ff24de2b70" providerId="ADAL" clId="{53BADB8C-1EA0-5D6B-90F7-5BF50B0D1924}" dt="2026-03-17T21:19:05.943" v="523" actId="20577"/>
          <ac:spMkLst>
            <pc:docMk/>
            <pc:sldMk cId="3849077061" sldId="2147483541"/>
            <ac:spMk id="297" creationId="{4468FA6B-870E-7B80-1D07-7FF8D031C518}"/>
          </ac:spMkLst>
        </pc:spChg>
        <pc:spChg chg="mod">
          <ac:chgData name="Yao Yu" userId="7e58adc4-3a5a-4bf1-be5f-b2ff24de2b70" providerId="ADAL" clId="{53BADB8C-1EA0-5D6B-90F7-5BF50B0D1924}" dt="2026-03-17T21:13:52.656" v="333" actId="120"/>
          <ac:spMkLst>
            <pc:docMk/>
            <pc:sldMk cId="3849077061" sldId="2147483541"/>
            <ac:spMk id="298" creationId="{3034671C-63B1-1079-23D4-ADD7AF1CD7BC}"/>
          </ac:spMkLst>
        </pc:spChg>
        <pc:spChg chg="mod">
          <ac:chgData name="Yao Yu" userId="7e58adc4-3a5a-4bf1-be5f-b2ff24de2b70" providerId="ADAL" clId="{53BADB8C-1EA0-5D6B-90F7-5BF50B0D1924}" dt="2026-03-17T21:13:47.339" v="313" actId="20577"/>
          <ac:spMkLst>
            <pc:docMk/>
            <pc:sldMk cId="3849077061" sldId="2147483541"/>
            <ac:spMk id="299" creationId="{1A3AF179-3654-273F-2D60-FF2821C1DFA8}"/>
          </ac:spMkLst>
        </pc:spChg>
        <pc:spChg chg="mod">
          <ac:chgData name="Yao Yu" userId="7e58adc4-3a5a-4bf1-be5f-b2ff24de2b70" providerId="ADAL" clId="{53BADB8C-1EA0-5D6B-90F7-5BF50B0D1924}" dt="2026-03-17T21:13:08.496" v="281" actId="242"/>
          <ac:spMkLst>
            <pc:docMk/>
            <pc:sldMk cId="3849077061" sldId="2147483541"/>
            <ac:spMk id="300" creationId="{E043B278-4A35-2AF4-CF2D-0402564DF216}"/>
          </ac:spMkLst>
        </pc:spChg>
        <pc:spChg chg="mod">
          <ac:chgData name="Yao Yu" userId="7e58adc4-3a5a-4bf1-be5f-b2ff24de2b70" providerId="ADAL" clId="{53BADB8C-1EA0-5D6B-90F7-5BF50B0D1924}" dt="2026-03-17T21:13:52.656" v="333" actId="120"/>
          <ac:spMkLst>
            <pc:docMk/>
            <pc:sldMk cId="3849077061" sldId="2147483541"/>
            <ac:spMk id="301" creationId="{72E120AE-4262-D517-9F49-3FE1401680F4}"/>
          </ac:spMkLst>
        </pc:spChg>
        <pc:spChg chg="mod">
          <ac:chgData name="Yao Yu" userId="7e58adc4-3a5a-4bf1-be5f-b2ff24de2b70" providerId="ADAL" clId="{53BADB8C-1EA0-5D6B-90F7-5BF50B0D1924}" dt="2026-03-17T21:13:08.496" v="281" actId="242"/>
          <ac:spMkLst>
            <pc:docMk/>
            <pc:sldMk cId="3849077061" sldId="2147483541"/>
            <ac:spMk id="302" creationId="{6DEACE98-DE48-350E-86F0-6898F052DE2F}"/>
          </ac:spMkLst>
        </pc:spChg>
        <pc:spChg chg="mod">
          <ac:chgData name="Yao Yu" userId="7e58adc4-3a5a-4bf1-be5f-b2ff24de2b70" providerId="ADAL" clId="{53BADB8C-1EA0-5D6B-90F7-5BF50B0D1924}" dt="2026-03-17T21:13:52.656" v="333" actId="120"/>
          <ac:spMkLst>
            <pc:docMk/>
            <pc:sldMk cId="3849077061" sldId="2147483541"/>
            <ac:spMk id="303" creationId="{D52A4AA7-F21C-1B33-18A1-3BD4DB180768}"/>
          </ac:spMkLst>
        </pc:spChg>
        <pc:spChg chg="mod">
          <ac:chgData name="Yao Yu" userId="7e58adc4-3a5a-4bf1-be5f-b2ff24de2b70" providerId="ADAL" clId="{53BADB8C-1EA0-5D6B-90F7-5BF50B0D1924}" dt="2026-03-17T21:13:08.496" v="281" actId="242"/>
          <ac:spMkLst>
            <pc:docMk/>
            <pc:sldMk cId="3849077061" sldId="2147483541"/>
            <ac:spMk id="304" creationId="{82CE2143-B897-5B69-94DB-2498ABBCC87E}"/>
          </ac:spMkLst>
        </pc:spChg>
        <pc:spChg chg="mod">
          <ac:chgData name="Yao Yu" userId="7e58adc4-3a5a-4bf1-be5f-b2ff24de2b70" providerId="ADAL" clId="{53BADB8C-1EA0-5D6B-90F7-5BF50B0D1924}" dt="2026-03-17T21:13:08.496" v="281" actId="242"/>
          <ac:spMkLst>
            <pc:docMk/>
            <pc:sldMk cId="3849077061" sldId="2147483541"/>
            <ac:spMk id="305" creationId="{9F9EB4B0-4F32-53AF-A0C7-64E8882C7FE2}"/>
          </ac:spMkLst>
        </pc:spChg>
        <pc:spChg chg="del">
          <ac:chgData name="Yao Yu" userId="7e58adc4-3a5a-4bf1-be5f-b2ff24de2b70" providerId="ADAL" clId="{53BADB8C-1EA0-5D6B-90F7-5BF50B0D1924}" dt="2026-03-17T21:13:22.433" v="283" actId="478"/>
          <ac:spMkLst>
            <pc:docMk/>
            <pc:sldMk cId="3849077061" sldId="2147483541"/>
            <ac:spMk id="307" creationId="{82FD538B-9B66-1EC7-D595-42826913A357}"/>
          </ac:spMkLst>
        </pc:spChg>
        <pc:spChg chg="del">
          <ac:chgData name="Yao Yu" userId="7e58adc4-3a5a-4bf1-be5f-b2ff24de2b70" providerId="ADAL" clId="{53BADB8C-1EA0-5D6B-90F7-5BF50B0D1924}" dt="2026-03-17T21:13:22.433" v="283" actId="478"/>
          <ac:spMkLst>
            <pc:docMk/>
            <pc:sldMk cId="3849077061" sldId="2147483541"/>
            <ac:spMk id="308" creationId="{7BB6971F-23F3-F4AB-7080-2B6AE3F8CDF4}"/>
          </ac:spMkLst>
        </pc:spChg>
        <pc:spChg chg="mod">
          <ac:chgData name="Yao Yu" userId="7e58adc4-3a5a-4bf1-be5f-b2ff24de2b70" providerId="ADAL" clId="{53BADB8C-1EA0-5D6B-90F7-5BF50B0D1924}" dt="2026-03-17T21:13:08.496" v="281" actId="242"/>
          <ac:spMkLst>
            <pc:docMk/>
            <pc:sldMk cId="3849077061" sldId="2147483541"/>
            <ac:spMk id="309" creationId="{7BE91357-F257-BBBD-4637-896B90D873F6}"/>
          </ac:spMkLst>
        </pc:spChg>
        <pc:spChg chg="del">
          <ac:chgData name="Yao Yu" userId="7e58adc4-3a5a-4bf1-be5f-b2ff24de2b70" providerId="ADAL" clId="{53BADB8C-1EA0-5D6B-90F7-5BF50B0D1924}" dt="2026-03-17T21:13:21.159" v="282" actId="478"/>
          <ac:spMkLst>
            <pc:docMk/>
            <pc:sldMk cId="3849077061" sldId="2147483541"/>
            <ac:spMk id="310" creationId="{C4B57A46-FA86-5D9C-520D-DDCD6D9B8BFF}"/>
          </ac:spMkLst>
        </pc:spChg>
        <pc:spChg chg="mod">
          <ac:chgData name="Yao Yu" userId="7e58adc4-3a5a-4bf1-be5f-b2ff24de2b70" providerId="ADAL" clId="{53BADB8C-1EA0-5D6B-90F7-5BF50B0D1924}" dt="2026-03-17T21:12:05.785" v="255"/>
          <ac:spMkLst>
            <pc:docMk/>
            <pc:sldMk cId="3849077061" sldId="2147483541"/>
            <ac:spMk id="314" creationId="{D101A14D-CD0A-8D77-57FB-E003D810601F}"/>
          </ac:spMkLst>
        </pc:spChg>
        <pc:spChg chg="mod">
          <ac:chgData name="Yao Yu" userId="7e58adc4-3a5a-4bf1-be5f-b2ff24de2b70" providerId="ADAL" clId="{53BADB8C-1EA0-5D6B-90F7-5BF50B0D1924}" dt="2026-03-17T21:12:28.537" v="257"/>
          <ac:spMkLst>
            <pc:docMk/>
            <pc:sldMk cId="3849077061" sldId="2147483541"/>
            <ac:spMk id="319" creationId="{FF63D9F3-284F-E89F-E8F6-8E63A80DEA03}"/>
          </ac:spMkLst>
        </pc:spChg>
        <pc:spChg chg="mod">
          <ac:chgData name="Yao Yu" userId="7e58adc4-3a5a-4bf1-be5f-b2ff24de2b70" providerId="ADAL" clId="{53BADB8C-1EA0-5D6B-90F7-5BF50B0D1924}" dt="2026-03-17T21:12:23.476" v="256"/>
          <ac:spMkLst>
            <pc:docMk/>
            <pc:sldMk cId="3849077061" sldId="2147483541"/>
            <ac:spMk id="321" creationId="{3127DD25-CB4A-ACEF-F83B-9F4C8E2476ED}"/>
          </ac:spMkLst>
        </pc:spChg>
        <pc:spChg chg="mod">
          <ac:chgData name="Yao Yu" userId="7e58adc4-3a5a-4bf1-be5f-b2ff24de2b70" providerId="ADAL" clId="{53BADB8C-1EA0-5D6B-90F7-5BF50B0D1924}" dt="2026-03-17T21:12:34.912" v="258"/>
          <ac:spMkLst>
            <pc:docMk/>
            <pc:sldMk cId="3849077061" sldId="2147483541"/>
            <ac:spMk id="325" creationId="{30F0CAF2-7912-F5E5-4FAC-6D3AE034CD41}"/>
          </ac:spMkLst>
        </pc:spChg>
        <pc:spChg chg="mod">
          <ac:chgData name="Yao Yu" userId="7e58adc4-3a5a-4bf1-be5f-b2ff24de2b70" providerId="ADAL" clId="{53BADB8C-1EA0-5D6B-90F7-5BF50B0D1924}" dt="2026-03-17T21:12:39.062" v="259"/>
          <ac:spMkLst>
            <pc:docMk/>
            <pc:sldMk cId="3849077061" sldId="2147483541"/>
            <ac:spMk id="329" creationId="{7818A8A5-53C1-1D20-8ECF-51801C5E37ED}"/>
          </ac:spMkLst>
        </pc:spChg>
        <pc:spChg chg="mod">
          <ac:chgData name="Yao Yu" userId="7e58adc4-3a5a-4bf1-be5f-b2ff24de2b70" providerId="ADAL" clId="{53BADB8C-1EA0-5D6B-90F7-5BF50B0D1924}" dt="2026-03-17T21:12:43.596" v="261"/>
          <ac:spMkLst>
            <pc:docMk/>
            <pc:sldMk cId="3849077061" sldId="2147483541"/>
            <ac:spMk id="333" creationId="{00629AD4-03F4-0BC2-8786-704A72F16C2F}"/>
          </ac:spMkLst>
        </pc:spChg>
        <pc:spChg chg="mod">
          <ac:chgData name="Yao Yu" userId="7e58adc4-3a5a-4bf1-be5f-b2ff24de2b70" providerId="ADAL" clId="{53BADB8C-1EA0-5D6B-90F7-5BF50B0D1924}" dt="2026-03-17T21:12:47.199" v="262"/>
          <ac:spMkLst>
            <pc:docMk/>
            <pc:sldMk cId="3849077061" sldId="2147483541"/>
            <ac:spMk id="337" creationId="{73902452-C6BD-431A-961F-7C959D1FEC9E}"/>
          </ac:spMkLst>
        </pc:spChg>
        <pc:spChg chg="del">
          <ac:chgData name="Yao Yu" userId="7e58adc4-3a5a-4bf1-be5f-b2ff24de2b70" providerId="ADAL" clId="{53BADB8C-1EA0-5D6B-90F7-5BF50B0D1924}" dt="2026-03-17T21:14:25.887" v="352" actId="478"/>
          <ac:spMkLst>
            <pc:docMk/>
            <pc:sldMk cId="3849077061" sldId="2147483541"/>
            <ac:spMk id="342" creationId="{DDBB6E17-F2BE-1676-6C4F-A6E412AB2EBC}"/>
          </ac:spMkLst>
        </pc:spChg>
        <pc:spChg chg="del">
          <ac:chgData name="Yao Yu" userId="7e58adc4-3a5a-4bf1-be5f-b2ff24de2b70" providerId="ADAL" clId="{53BADB8C-1EA0-5D6B-90F7-5BF50B0D1924}" dt="2026-03-17T21:14:25.887" v="352" actId="478"/>
          <ac:spMkLst>
            <pc:docMk/>
            <pc:sldMk cId="3849077061" sldId="2147483541"/>
            <ac:spMk id="343" creationId="{D67643D4-B3D0-14CD-C744-242C523A9CAF}"/>
          </ac:spMkLst>
        </pc:spChg>
        <pc:spChg chg="del">
          <ac:chgData name="Yao Yu" userId="7e58adc4-3a5a-4bf1-be5f-b2ff24de2b70" providerId="ADAL" clId="{53BADB8C-1EA0-5D6B-90F7-5BF50B0D1924}" dt="2026-03-17T21:14:25.887" v="352" actId="478"/>
          <ac:spMkLst>
            <pc:docMk/>
            <pc:sldMk cId="3849077061" sldId="2147483541"/>
            <ac:spMk id="344" creationId="{5304B0C1-2D66-131D-ADA5-6CA85C5D725D}"/>
          </ac:spMkLst>
        </pc:spChg>
        <pc:spChg chg="mod">
          <ac:chgData name="Yao Yu" userId="7e58adc4-3a5a-4bf1-be5f-b2ff24de2b70" providerId="ADAL" clId="{53BADB8C-1EA0-5D6B-90F7-5BF50B0D1924}" dt="2026-03-17T21:20:14.059" v="571" actId="20577"/>
          <ac:spMkLst>
            <pc:docMk/>
            <pc:sldMk cId="3849077061" sldId="2147483541"/>
            <ac:spMk id="345" creationId="{EF1A5155-6DB2-6A1E-2F2B-5F3E55FE8513}"/>
          </ac:spMkLst>
        </pc:spChg>
        <pc:spChg chg="del">
          <ac:chgData name="Yao Yu" userId="7e58adc4-3a5a-4bf1-be5f-b2ff24de2b70" providerId="ADAL" clId="{53BADB8C-1EA0-5D6B-90F7-5BF50B0D1924}" dt="2026-03-17T21:14:25.887" v="352" actId="478"/>
          <ac:spMkLst>
            <pc:docMk/>
            <pc:sldMk cId="3849077061" sldId="2147483541"/>
            <ac:spMk id="347" creationId="{7BB3AFAB-A699-9E49-B12B-66AE68CE035B}"/>
          </ac:spMkLst>
        </pc:spChg>
        <pc:spChg chg="mod">
          <ac:chgData name="Yao Yu" userId="7e58adc4-3a5a-4bf1-be5f-b2ff24de2b70" providerId="ADAL" clId="{53BADB8C-1EA0-5D6B-90F7-5BF50B0D1924}" dt="2026-03-17T21:14:44.919" v="401" actId="242"/>
          <ac:spMkLst>
            <pc:docMk/>
            <pc:sldMk cId="3849077061" sldId="2147483541"/>
            <ac:spMk id="348" creationId="{DA8E4A3D-92F1-43F9-B2F4-0EAE4685A289}"/>
          </ac:spMkLst>
        </pc:spChg>
        <pc:spChg chg="del">
          <ac:chgData name="Yao Yu" userId="7e58adc4-3a5a-4bf1-be5f-b2ff24de2b70" providerId="ADAL" clId="{53BADB8C-1EA0-5D6B-90F7-5BF50B0D1924}" dt="2026-03-17T21:14:25.887" v="352" actId="478"/>
          <ac:spMkLst>
            <pc:docMk/>
            <pc:sldMk cId="3849077061" sldId="2147483541"/>
            <ac:spMk id="349" creationId="{4F5E3B7F-E7B4-20F8-0898-F20842E076B9}"/>
          </ac:spMkLst>
        </pc:spChg>
        <pc:spChg chg="del mod">
          <ac:chgData name="Yao Yu" userId="7e58adc4-3a5a-4bf1-be5f-b2ff24de2b70" providerId="ADAL" clId="{53BADB8C-1EA0-5D6B-90F7-5BF50B0D1924}" dt="2026-03-17T21:20:39.857" v="586" actId="478"/>
          <ac:spMkLst>
            <pc:docMk/>
            <pc:sldMk cId="3849077061" sldId="2147483541"/>
            <ac:spMk id="350" creationId="{78E48342-5E95-FB0C-8100-52BA4252EC83}"/>
          </ac:spMkLst>
        </pc:spChg>
        <pc:spChg chg="mod">
          <ac:chgData name="Yao Yu" userId="7e58adc4-3a5a-4bf1-be5f-b2ff24de2b70" providerId="ADAL" clId="{53BADB8C-1EA0-5D6B-90F7-5BF50B0D1924}" dt="2026-03-17T21:18:26.566" v="522" actId="20577"/>
          <ac:spMkLst>
            <pc:docMk/>
            <pc:sldMk cId="3849077061" sldId="2147483541"/>
            <ac:spMk id="361" creationId="{77666C3D-0B79-9797-1463-E785D836DA5B}"/>
          </ac:spMkLst>
        </pc:spChg>
        <pc:grpChg chg="add del">
          <ac:chgData name="Yao Yu" userId="7e58adc4-3a5a-4bf1-be5f-b2ff24de2b70" providerId="ADAL" clId="{53BADB8C-1EA0-5D6B-90F7-5BF50B0D1924}" dt="2026-03-17T21:24:11.961" v="593" actId="165"/>
          <ac:grpSpMkLst>
            <pc:docMk/>
            <pc:sldMk cId="3849077061" sldId="2147483541"/>
            <ac:grpSpMk id="50" creationId="{ECA0F9D8-E980-1650-1424-55556B791861}"/>
          </ac:grpSpMkLst>
        </pc:grpChg>
        <pc:grpChg chg="del">
          <ac:chgData name="Yao Yu" userId="7e58adc4-3a5a-4bf1-be5f-b2ff24de2b70" providerId="ADAL" clId="{53BADB8C-1EA0-5D6B-90F7-5BF50B0D1924}" dt="2026-03-17T21:14:11.066" v="334" actId="165"/>
          <ac:grpSpMkLst>
            <pc:docMk/>
            <pc:sldMk cId="3849077061" sldId="2147483541"/>
            <ac:grpSpMk id="60" creationId="{C889D88B-2B38-E897-AF3E-685D2D412EB5}"/>
          </ac:grpSpMkLst>
        </pc:grpChg>
        <pc:graphicFrameChg chg="mod">
          <ac:chgData name="Yao Yu" userId="7e58adc4-3a5a-4bf1-be5f-b2ff24de2b70" providerId="ADAL" clId="{53BADB8C-1EA0-5D6B-90F7-5BF50B0D1924}" dt="2026-03-17T21:19:40.062" v="550"/>
          <ac:graphicFrameMkLst>
            <pc:docMk/>
            <pc:sldMk cId="3849077061" sldId="2147483541"/>
            <ac:graphicFrameMk id="7" creationId="{2A41B395-C1AC-4BA8-1AD7-BD462AD21ECD}"/>
          </ac:graphicFrameMkLst>
        </pc:graphicFrameChg>
        <pc:picChg chg="add mod">
          <ac:chgData name="Yao Yu" userId="7e58adc4-3a5a-4bf1-be5f-b2ff24de2b70" providerId="ADAL" clId="{53BADB8C-1EA0-5D6B-90F7-5BF50B0D1924}" dt="2026-03-17T21:24:01.693" v="592" actId="14100"/>
          <ac:picMkLst>
            <pc:docMk/>
            <pc:sldMk cId="3849077061" sldId="2147483541"/>
            <ac:picMk id="263" creationId="{42A8F934-1658-5969-8382-3FAC213AD043}"/>
          </ac:picMkLst>
        </pc:picChg>
        <pc:cxnChg chg="mod">
          <ac:chgData name="Yao Yu" userId="7e58adc4-3a5a-4bf1-be5f-b2ff24de2b70" providerId="ADAL" clId="{53BADB8C-1EA0-5D6B-90F7-5BF50B0D1924}" dt="2026-03-17T21:15:44.846" v="414" actId="408"/>
          <ac:cxnSpMkLst>
            <pc:docMk/>
            <pc:sldMk cId="3849077061" sldId="2147483541"/>
            <ac:cxnSpMk id="40" creationId="{083436AD-040E-F03F-14CA-E77A60DAFA06}"/>
          </ac:cxnSpMkLst>
        </pc:cxnChg>
        <pc:cxnChg chg="add mod">
          <ac:chgData name="Yao Yu" userId="7e58adc4-3a5a-4bf1-be5f-b2ff24de2b70" providerId="ADAL" clId="{53BADB8C-1EA0-5D6B-90F7-5BF50B0D1924}" dt="2026-03-17T21:16:28.898" v="436" actId="408"/>
          <ac:cxnSpMkLst>
            <pc:docMk/>
            <pc:sldMk cId="3849077061" sldId="2147483541"/>
            <ac:cxnSpMk id="260" creationId="{365AEAC6-7521-C0AB-17F0-CE39B60460FE}"/>
          </ac:cxnSpMkLst>
        </pc:cxnChg>
      </pc:sldChg>
      <pc:sldChg chg="addSp delSp modSp add mod">
        <pc:chgData name="Yao Yu" userId="7e58adc4-3a5a-4bf1-be5f-b2ff24de2b70" providerId="ADAL" clId="{53BADB8C-1EA0-5D6B-90F7-5BF50B0D1924}" dt="2026-03-17T21:11:13.796" v="254"/>
        <pc:sldMkLst>
          <pc:docMk/>
          <pc:sldMk cId="2790503135" sldId="2147483542"/>
        </pc:sldMkLst>
        <pc:spChg chg="add del mod modVis">
          <ac:chgData name="Yao Yu" userId="7e58adc4-3a5a-4bf1-be5f-b2ff24de2b70" providerId="ADAL" clId="{53BADB8C-1EA0-5D6B-90F7-5BF50B0D1924}" dt="2026-03-17T19:15:27.180" v="188"/>
          <ac:spMkLst>
            <pc:docMk/>
            <pc:sldMk cId="2790503135" sldId="2147483542"/>
            <ac:spMk id="2" creationId="{5455C667-D8A9-6725-52B8-E27163278ED0}"/>
          </ac:spMkLst>
        </pc:spChg>
        <pc:spChg chg="add del">
          <ac:chgData name="Yao Yu" userId="7e58adc4-3a5a-4bf1-be5f-b2ff24de2b70" providerId="ADAL" clId="{53BADB8C-1EA0-5D6B-90F7-5BF50B0D1924}" dt="2026-03-17T21:10:39.454" v="212" actId="478"/>
          <ac:spMkLst>
            <pc:docMk/>
            <pc:sldMk cId="2790503135" sldId="2147483542"/>
            <ac:spMk id="4" creationId="{2BCE9FA2-DED3-ADDD-837A-C70785CFB3C4}"/>
          </ac:spMkLst>
        </pc:spChg>
        <pc:spChg chg="add del">
          <ac:chgData name="Yao Yu" userId="7e58adc4-3a5a-4bf1-be5f-b2ff24de2b70" providerId="ADAL" clId="{53BADB8C-1EA0-5D6B-90F7-5BF50B0D1924}" dt="2026-03-17T21:10:39.454" v="212" actId="478"/>
          <ac:spMkLst>
            <pc:docMk/>
            <pc:sldMk cId="2790503135" sldId="2147483542"/>
            <ac:spMk id="8" creationId="{169E5376-1C60-A5DA-86FC-1317BFEA77EE}"/>
          </ac:spMkLst>
        </pc:spChg>
        <pc:spChg chg="add">
          <ac:chgData name="Yao Yu" userId="7e58adc4-3a5a-4bf1-be5f-b2ff24de2b70" providerId="ADAL" clId="{53BADB8C-1EA0-5D6B-90F7-5BF50B0D1924}" dt="2026-03-17T21:10:39.454" v="212" actId="478"/>
          <ac:spMkLst>
            <pc:docMk/>
            <pc:sldMk cId="2790503135" sldId="2147483542"/>
            <ac:spMk id="9" creationId="{41547C37-594E-7645-BEDB-43AD897E77EB}"/>
          </ac:spMkLst>
        </pc:spChg>
        <pc:spChg chg="add mod">
          <ac:chgData name="Yao Yu" userId="7e58adc4-3a5a-4bf1-be5f-b2ff24de2b70" providerId="ADAL" clId="{53BADB8C-1EA0-5D6B-90F7-5BF50B0D1924}" dt="2026-03-17T21:10:39.454" v="212" actId="478"/>
          <ac:spMkLst>
            <pc:docMk/>
            <pc:sldMk cId="2790503135" sldId="2147483542"/>
            <ac:spMk id="15" creationId="{9F62F18B-7412-0359-708E-1B0D1B033916}"/>
          </ac:spMkLst>
        </pc:spChg>
        <pc:spChg chg="add mod">
          <ac:chgData name="Yao Yu" userId="7e58adc4-3a5a-4bf1-be5f-b2ff24de2b70" providerId="ADAL" clId="{53BADB8C-1EA0-5D6B-90F7-5BF50B0D1924}" dt="2026-03-17T21:10:39.454" v="212" actId="478"/>
          <ac:spMkLst>
            <pc:docMk/>
            <pc:sldMk cId="2790503135" sldId="2147483542"/>
            <ac:spMk id="16" creationId="{4A167010-3F5D-317E-5D23-D0D6BCBEC3F1}"/>
          </ac:spMkLst>
        </pc:spChg>
        <pc:spChg chg="del mod">
          <ac:chgData name="Yao Yu" userId="7e58adc4-3a5a-4bf1-be5f-b2ff24de2b70" providerId="ADAL" clId="{53BADB8C-1EA0-5D6B-90F7-5BF50B0D1924}" dt="2026-03-17T21:10:38.011" v="208" actId="478"/>
          <ac:spMkLst>
            <pc:docMk/>
            <pc:sldMk cId="2790503135" sldId="2147483542"/>
            <ac:spMk id="17" creationId="{EBCBC301-DAD0-6C3B-55B4-D26F2D9AA09E}"/>
          </ac:spMkLst>
        </pc:spChg>
        <pc:spChg chg="del mod">
          <ac:chgData name="Yao Yu" userId="7e58adc4-3a5a-4bf1-be5f-b2ff24de2b70" providerId="ADAL" clId="{53BADB8C-1EA0-5D6B-90F7-5BF50B0D1924}" dt="2026-03-17T21:10:38.011" v="208" actId="478"/>
          <ac:spMkLst>
            <pc:docMk/>
            <pc:sldMk cId="2790503135" sldId="2147483542"/>
            <ac:spMk id="18" creationId="{8BCFC458-A139-A6F5-36BF-B3104ABEF628}"/>
          </ac:spMkLst>
        </pc:spChg>
        <pc:spChg chg="mod">
          <ac:chgData name="Yao Yu" userId="7e58adc4-3a5a-4bf1-be5f-b2ff24de2b70" providerId="ADAL" clId="{53BADB8C-1EA0-5D6B-90F7-5BF50B0D1924}" dt="2026-03-17T21:10:40.269" v="215" actId="20577"/>
          <ac:spMkLst>
            <pc:docMk/>
            <pc:sldMk cId="2790503135" sldId="2147483542"/>
            <ac:spMk id="19" creationId="{BF2133AA-FB67-CB7D-451A-33E874A0480F}"/>
          </ac:spMkLst>
        </pc:spChg>
        <pc:spChg chg="del mod">
          <ac:chgData name="Yao Yu" userId="7e58adc4-3a5a-4bf1-be5f-b2ff24de2b70" providerId="ADAL" clId="{53BADB8C-1EA0-5D6B-90F7-5BF50B0D1924}" dt="2026-03-17T21:10:38.011" v="208" actId="478"/>
          <ac:spMkLst>
            <pc:docMk/>
            <pc:sldMk cId="2790503135" sldId="2147483542"/>
            <ac:spMk id="20" creationId="{3E672A21-1799-3509-D25A-4D60BD33D024}"/>
          </ac:spMkLst>
        </pc:spChg>
        <pc:spChg chg="del mod">
          <ac:chgData name="Yao Yu" userId="7e58adc4-3a5a-4bf1-be5f-b2ff24de2b70" providerId="ADAL" clId="{53BADB8C-1EA0-5D6B-90F7-5BF50B0D1924}" dt="2026-03-17T21:10:38.011" v="208" actId="478"/>
          <ac:spMkLst>
            <pc:docMk/>
            <pc:sldMk cId="2790503135" sldId="2147483542"/>
            <ac:spMk id="22" creationId="{A460CAE1-E541-6D17-8F1D-C99C6751D00D}"/>
          </ac:spMkLst>
        </pc:spChg>
        <pc:spChg chg="add mod">
          <ac:chgData name="Yao Yu" userId="7e58adc4-3a5a-4bf1-be5f-b2ff24de2b70" providerId="ADAL" clId="{53BADB8C-1EA0-5D6B-90F7-5BF50B0D1924}" dt="2026-03-17T21:10:39.454" v="212" actId="478"/>
          <ac:spMkLst>
            <pc:docMk/>
            <pc:sldMk cId="2790503135" sldId="2147483542"/>
            <ac:spMk id="23" creationId="{B62B4633-770C-845A-55E8-870774A5F6E0}"/>
          </ac:spMkLst>
        </pc:spChg>
        <pc:spChg chg="del mod">
          <ac:chgData name="Yao Yu" userId="7e58adc4-3a5a-4bf1-be5f-b2ff24de2b70" providerId="ADAL" clId="{53BADB8C-1EA0-5D6B-90F7-5BF50B0D1924}" dt="2026-03-17T21:10:53.660" v="230"/>
          <ac:spMkLst>
            <pc:docMk/>
            <pc:sldMk cId="2790503135" sldId="2147483542"/>
            <ac:spMk id="24" creationId="{C1DB38A9-E490-6AC9-EAEC-03874462E8D4}"/>
          </ac:spMkLst>
        </pc:spChg>
        <pc:spChg chg="mod">
          <ac:chgData name="Yao Yu" userId="7e58adc4-3a5a-4bf1-be5f-b2ff24de2b70" providerId="ADAL" clId="{53BADB8C-1EA0-5D6B-90F7-5BF50B0D1924}" dt="2026-03-17T21:10:52.072" v="229" actId="20577"/>
          <ac:spMkLst>
            <pc:docMk/>
            <pc:sldMk cId="2790503135" sldId="2147483542"/>
            <ac:spMk id="25" creationId="{D68B7A69-F13C-CD50-E2FE-00F37A1297E6}"/>
          </ac:spMkLst>
        </pc:spChg>
        <pc:spChg chg="mod">
          <ac:chgData name="Yao Yu" userId="7e58adc4-3a5a-4bf1-be5f-b2ff24de2b70" providerId="ADAL" clId="{53BADB8C-1EA0-5D6B-90F7-5BF50B0D1924}" dt="2026-03-17T21:10:36.640" v="206" actId="20577"/>
          <ac:spMkLst>
            <pc:docMk/>
            <pc:sldMk cId="2790503135" sldId="2147483542"/>
            <ac:spMk id="39" creationId="{0FC8A27D-FCB3-CD2F-42BA-E1DC962D4205}"/>
          </ac:spMkLst>
        </pc:spChg>
        <pc:spChg chg="add mod">
          <ac:chgData name="Yao Yu" userId="7e58adc4-3a5a-4bf1-be5f-b2ff24de2b70" providerId="ADAL" clId="{53BADB8C-1EA0-5D6B-90F7-5BF50B0D1924}" dt="2026-03-17T21:10:39.454" v="212" actId="478"/>
          <ac:spMkLst>
            <pc:docMk/>
            <pc:sldMk cId="2790503135" sldId="2147483542"/>
            <ac:spMk id="300" creationId="{12C67AF1-EDCA-4048-3E69-5D431B50222C}"/>
          </ac:spMkLst>
        </pc:spChg>
        <pc:spChg chg="add del mod">
          <ac:chgData name="Yao Yu" userId="7e58adc4-3a5a-4bf1-be5f-b2ff24de2b70" providerId="ADAL" clId="{53BADB8C-1EA0-5D6B-90F7-5BF50B0D1924}" dt="2026-03-17T21:10:39.454" v="212" actId="478"/>
          <ac:spMkLst>
            <pc:docMk/>
            <pc:sldMk cId="2790503135" sldId="2147483542"/>
            <ac:spMk id="302" creationId="{4C410A0B-5DFE-6218-F6C3-D6A0622A0C90}"/>
          </ac:spMkLst>
        </pc:spChg>
        <pc:spChg chg="del mod">
          <ac:chgData name="Yao Yu" userId="7e58adc4-3a5a-4bf1-be5f-b2ff24de2b70" providerId="ADAL" clId="{53BADB8C-1EA0-5D6B-90F7-5BF50B0D1924}" dt="2026-03-17T21:10:38.011" v="208" actId="478"/>
          <ac:spMkLst>
            <pc:docMk/>
            <pc:sldMk cId="2790503135" sldId="2147483542"/>
            <ac:spMk id="304" creationId="{315AFBB2-E788-B56A-4C46-CCC416402115}"/>
          </ac:spMkLst>
        </pc:spChg>
        <pc:spChg chg="mod">
          <ac:chgData name="Yao Yu" userId="7e58adc4-3a5a-4bf1-be5f-b2ff24de2b70" providerId="ADAL" clId="{53BADB8C-1EA0-5D6B-90F7-5BF50B0D1924}" dt="2026-03-17T21:10:37.294" v="207" actId="20577"/>
          <ac:spMkLst>
            <pc:docMk/>
            <pc:sldMk cId="2790503135" sldId="2147483542"/>
            <ac:spMk id="305" creationId="{8BF54F1D-0162-A781-5203-E04A0071570D}"/>
          </ac:spMkLst>
        </pc:spChg>
        <pc:spChg chg="del mod">
          <ac:chgData name="Yao Yu" userId="7e58adc4-3a5a-4bf1-be5f-b2ff24de2b70" providerId="ADAL" clId="{53BADB8C-1EA0-5D6B-90F7-5BF50B0D1924}" dt="2026-03-17T21:10:38.011" v="208" actId="478"/>
          <ac:spMkLst>
            <pc:docMk/>
            <pc:sldMk cId="2790503135" sldId="2147483542"/>
            <ac:spMk id="309" creationId="{D5C23104-26B1-B8C5-9DD1-AEE752C34D9A}"/>
          </ac:spMkLst>
        </pc:spChg>
        <pc:spChg chg="add">
          <ac:chgData name="Yao Yu" userId="7e58adc4-3a5a-4bf1-be5f-b2ff24de2b70" providerId="ADAL" clId="{53BADB8C-1EA0-5D6B-90F7-5BF50B0D1924}" dt="2026-03-17T21:10:39.454" v="212" actId="478"/>
          <ac:spMkLst>
            <pc:docMk/>
            <pc:sldMk cId="2790503135" sldId="2147483542"/>
            <ac:spMk id="311" creationId="{37275D10-3E71-8F6D-4D31-745DEFF2267D}"/>
          </ac:spMkLst>
        </pc:spChg>
        <pc:spChg chg="mod">
          <ac:chgData name="Yao Yu" userId="7e58adc4-3a5a-4bf1-be5f-b2ff24de2b70" providerId="ADAL" clId="{53BADB8C-1EA0-5D6B-90F7-5BF50B0D1924}" dt="2026-03-17T21:11:08.008" v="246" actId="20577"/>
          <ac:spMkLst>
            <pc:docMk/>
            <pc:sldMk cId="2790503135" sldId="2147483542"/>
            <ac:spMk id="314" creationId="{C20B6EB0-FD57-95FC-E777-D10FC58024BA}"/>
          </ac:spMkLst>
        </pc:spChg>
        <pc:spChg chg="mod">
          <ac:chgData name="Yao Yu" userId="7e58adc4-3a5a-4bf1-be5f-b2ff24de2b70" providerId="ADAL" clId="{53BADB8C-1EA0-5D6B-90F7-5BF50B0D1924}" dt="2026-03-17T21:11:09.106" v="247"/>
          <ac:spMkLst>
            <pc:docMk/>
            <pc:sldMk cId="2790503135" sldId="2147483542"/>
            <ac:spMk id="319" creationId="{CDE7F1F4-7A66-2537-52D0-89A4593E82EA}"/>
          </ac:spMkLst>
        </pc:spChg>
        <pc:spChg chg="mod">
          <ac:chgData name="Yao Yu" userId="7e58adc4-3a5a-4bf1-be5f-b2ff24de2b70" providerId="ADAL" clId="{53BADB8C-1EA0-5D6B-90F7-5BF50B0D1924}" dt="2026-03-17T21:11:09.825" v="248"/>
          <ac:spMkLst>
            <pc:docMk/>
            <pc:sldMk cId="2790503135" sldId="2147483542"/>
            <ac:spMk id="321" creationId="{7F12D285-69E1-65D0-A4DD-74D570D8D985}"/>
          </ac:spMkLst>
        </pc:spChg>
        <pc:spChg chg="mod">
          <ac:chgData name="Yao Yu" userId="7e58adc4-3a5a-4bf1-be5f-b2ff24de2b70" providerId="ADAL" clId="{53BADB8C-1EA0-5D6B-90F7-5BF50B0D1924}" dt="2026-03-17T21:11:10.819" v="249"/>
          <ac:spMkLst>
            <pc:docMk/>
            <pc:sldMk cId="2790503135" sldId="2147483542"/>
            <ac:spMk id="325" creationId="{B1F76798-9EFC-340D-B474-D76798E46DEA}"/>
          </ac:spMkLst>
        </pc:spChg>
        <pc:spChg chg="mod">
          <ac:chgData name="Yao Yu" userId="7e58adc4-3a5a-4bf1-be5f-b2ff24de2b70" providerId="ADAL" clId="{53BADB8C-1EA0-5D6B-90F7-5BF50B0D1924}" dt="2026-03-17T21:11:11.399" v="250"/>
          <ac:spMkLst>
            <pc:docMk/>
            <pc:sldMk cId="2790503135" sldId="2147483542"/>
            <ac:spMk id="329" creationId="{90C0F4EB-B0CE-4984-57C7-2578591E93B5}"/>
          </ac:spMkLst>
        </pc:spChg>
        <pc:spChg chg="mod">
          <ac:chgData name="Yao Yu" userId="7e58adc4-3a5a-4bf1-be5f-b2ff24de2b70" providerId="ADAL" clId="{53BADB8C-1EA0-5D6B-90F7-5BF50B0D1924}" dt="2026-03-17T21:11:11.986" v="251"/>
          <ac:spMkLst>
            <pc:docMk/>
            <pc:sldMk cId="2790503135" sldId="2147483542"/>
            <ac:spMk id="333" creationId="{F173BF97-6DC5-5928-02C4-239D1607CF05}"/>
          </ac:spMkLst>
        </pc:spChg>
        <pc:spChg chg="mod">
          <ac:chgData name="Yao Yu" userId="7e58adc4-3a5a-4bf1-be5f-b2ff24de2b70" providerId="ADAL" clId="{53BADB8C-1EA0-5D6B-90F7-5BF50B0D1924}" dt="2026-03-17T21:11:13.796" v="254"/>
          <ac:spMkLst>
            <pc:docMk/>
            <pc:sldMk cId="2790503135" sldId="2147483542"/>
            <ac:spMk id="337" creationId="{F807936D-1359-E119-C570-8A7FBC724B6B}"/>
          </ac:spMkLst>
        </pc:spChg>
        <pc:spChg chg="add">
          <ac:chgData name="Yao Yu" userId="7e58adc4-3a5a-4bf1-be5f-b2ff24de2b70" providerId="ADAL" clId="{53BADB8C-1EA0-5D6B-90F7-5BF50B0D1924}" dt="2026-03-17T21:10:39.454" v="212" actId="478"/>
          <ac:spMkLst>
            <pc:docMk/>
            <pc:sldMk cId="2790503135" sldId="2147483542"/>
            <ac:spMk id="341" creationId="{47A9C49B-C801-2EBB-6D98-7731C7240D54}"/>
          </ac:spMkLst>
        </pc:spChg>
        <pc:spChg chg="mod">
          <ac:chgData name="Yao Yu" userId="7e58adc4-3a5a-4bf1-be5f-b2ff24de2b70" providerId="ADAL" clId="{53BADB8C-1EA0-5D6B-90F7-5BF50B0D1924}" dt="2026-03-17T21:10:31.358" v="199" actId="20577"/>
          <ac:spMkLst>
            <pc:docMk/>
            <pc:sldMk cId="2790503135" sldId="2147483542"/>
            <ac:spMk id="361" creationId="{34C27AA7-F199-997E-FF7B-B026C0461827}"/>
          </ac:spMkLst>
        </pc:spChg>
        <pc:graphicFrameChg chg="mod">
          <ac:chgData name="Yao Yu" userId="7e58adc4-3a5a-4bf1-be5f-b2ff24de2b70" providerId="ADAL" clId="{53BADB8C-1EA0-5D6B-90F7-5BF50B0D1924}" dt="2026-03-17T21:10:39.470" v="214"/>
          <ac:graphicFrameMkLst>
            <pc:docMk/>
            <pc:sldMk cId="2790503135" sldId="2147483542"/>
            <ac:graphicFrameMk id="7" creationId="{97468C36-8F82-D269-C5D9-630CC685B52F}"/>
          </ac:graphicFrameMkLst>
        </pc:graphicFrameChg>
      </pc:sldChg>
      <pc:sldMasterChg chg="addSp delSp modSp mod">
        <pc:chgData name="Yao Yu" userId="7e58adc4-3a5a-4bf1-be5f-b2ff24de2b70" providerId="ADAL" clId="{53BADB8C-1EA0-5D6B-90F7-5BF50B0D1924}" dt="2026-03-17T19:15:17.668" v="158"/>
        <pc:sldMasterMkLst>
          <pc:docMk/>
          <pc:sldMasterMk cId="3198707449" sldId="2147483648"/>
        </pc:sldMasterMkLst>
        <pc:spChg chg="mod">
          <ac:chgData name="Yao Yu" userId="7e58adc4-3a5a-4bf1-be5f-b2ff24de2b70" providerId="ADAL" clId="{53BADB8C-1EA0-5D6B-90F7-5BF50B0D1924}" dt="2026-03-17T19:15:17.606" v="100" actId="948"/>
          <ac:spMkLst>
            <pc:docMk/>
            <pc:sldMasterMk cId="3198707449" sldId="2147483648"/>
            <ac:spMk id="2" creationId="{DD9DDAEF-C57C-C8B3-5312-6789FD6BC921}"/>
          </ac:spMkLst>
        </pc:spChg>
        <pc:spChg chg="add del mod modVis">
          <ac:chgData name="Yao Yu" userId="7e58adc4-3a5a-4bf1-be5f-b2ff24de2b70" providerId="ADAL" clId="{53BADB8C-1EA0-5D6B-90F7-5BF50B0D1924}" dt="2026-03-17T19:15:14.551" v="98"/>
          <ac:spMkLst>
            <pc:docMk/>
            <pc:sldMasterMk cId="3198707449" sldId="2147483648"/>
            <ac:spMk id="7" creationId="{20915D80-DDD1-2660-E311-3B158E5208FE}"/>
          </ac:spMkLst>
        </pc:spChg>
        <pc:spChg chg="add del mod modVis">
          <ac:chgData name="Yao Yu" userId="7e58adc4-3a5a-4bf1-be5f-b2ff24de2b70" providerId="ADAL" clId="{53BADB8C-1EA0-5D6B-90F7-5BF50B0D1924}" dt="2026-03-17T19:15:17.650" v="145"/>
          <ac:spMkLst>
            <pc:docMk/>
            <pc:sldMasterMk cId="3198707449" sldId="2147483648"/>
            <ac:spMk id="9" creationId="{27F3A54D-E228-4A33-F91A-2DCDE1707CD5}"/>
          </ac:spMkLst>
        </pc:spChg>
        <pc:graphicFrameChg chg="add mod modVis">
          <ac:chgData name="Yao Yu" userId="7e58adc4-3a5a-4bf1-be5f-b2ff24de2b70" providerId="ADAL" clId="{53BADB8C-1EA0-5D6B-90F7-5BF50B0D1924}" dt="2026-03-17T19:15:14.551" v="98"/>
          <ac:graphicFrameMkLst>
            <pc:docMk/>
            <pc:sldMasterMk cId="3198707449" sldId="2147483648"/>
            <ac:graphicFrameMk id="8" creationId="{CE69279B-3476-53A3-A654-B16BA864CEDE}"/>
          </ac:graphicFrameMkLst>
        </pc:graphicFrameChg>
        <pc:graphicFrameChg chg="add mod modVis">
          <ac:chgData name="Yao Yu" userId="7e58adc4-3a5a-4bf1-be5f-b2ff24de2b70" providerId="ADAL" clId="{53BADB8C-1EA0-5D6B-90F7-5BF50B0D1924}" dt="2026-03-17T19:15:17.668" v="158"/>
          <ac:graphicFrameMkLst>
            <pc:docMk/>
            <pc:sldMasterMk cId="3198707449" sldId="2147483648"/>
            <ac:graphicFrameMk id="10" creationId="{DBEB0991-539C-1A94-7557-F9105FADE862}"/>
          </ac:graphicFrameMkLst>
        </pc:graphicFrameChg>
      </pc:sldMasterChg>
      <pc:sldMasterChg chg="modSp mod">
        <pc:chgData name="Yao Yu" userId="7e58adc4-3a5a-4bf1-be5f-b2ff24de2b70" providerId="ADAL" clId="{53BADB8C-1EA0-5D6B-90F7-5BF50B0D1924}" dt="2026-03-17T19:15:17.649" v="143"/>
        <pc:sldMasterMkLst>
          <pc:docMk/>
          <pc:sldMasterMk cId="410459896" sldId="2147483660"/>
        </pc:sldMasterMkLst>
        <pc:graphicFrameChg chg="mod">
          <ac:chgData name="Yao Yu" userId="7e58adc4-3a5a-4bf1-be5f-b2ff24de2b70" providerId="ADAL" clId="{53BADB8C-1EA0-5D6B-90F7-5BF50B0D1924}" dt="2026-03-17T19:15:17.649" v="143"/>
          <ac:graphicFrameMkLst>
            <pc:docMk/>
            <pc:sldMasterMk cId="410459896" sldId="2147483660"/>
            <ac:graphicFrameMk id="2" creationId="{0BB60909-2FBB-0378-D455-A5222680357D}"/>
          </ac:graphicFrameMkLst>
        </pc:graphicFrame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95A10-AAA5-BB42-B676-A11553DD9ED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966E6-0EA6-DD44-8AD8-625E498CD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5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F79A6-3B42-362D-3061-9DCB4E10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7A362-FCC7-65A0-E966-7FCF92569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FEE57-58DB-CFE5-6E9B-7286EA4D8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14C98-50F1-1003-8CB4-EFE4DB56A81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DF34805-1F01-4BDA-A8CA-FCEA2B4BC8D0}" type="datetime3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 March 2026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18A6D-8EF9-2030-12B9-E8BF4964C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F5EBCF4-26FC-4F76-8DA1-52FDDC328D44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4650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5FA39-1BB0-6EE9-6FE3-4F18FFE5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5D46C-3AF9-E97F-8189-AC2F48286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4246E-1AC6-24CB-AD2A-9C70F6790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782E8-4954-A1C9-CA32-1EC54CFF79C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21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F215E-2898-EB07-1DD6-FCDBB0C78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54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image" Target="../media/image6.emf"/><Relationship Id="rId4" Type="http://schemas.openxmlformats.org/officeDocument/2006/relationships/tags" Target="../tags/tag6.xml"/><Relationship Id="rId9" Type="http://schemas.openxmlformats.org/officeDocument/2006/relationships/oleObject" Target="../embeddings/oleObject2.bin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6.emf"/><Relationship Id="rId5" Type="http://schemas.openxmlformats.org/officeDocument/2006/relationships/tags" Target="../tags/tag14.xml"/><Relationship Id="rId10" Type="http://schemas.openxmlformats.org/officeDocument/2006/relationships/oleObject" Target="../embeddings/oleObject3.bin"/><Relationship Id="rId4" Type="http://schemas.openxmlformats.org/officeDocument/2006/relationships/tags" Target="../tags/tag13.xml"/><Relationship Id="rId9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10" Type="http://schemas.openxmlformats.org/officeDocument/2006/relationships/image" Target="../media/image6.emf"/><Relationship Id="rId4" Type="http://schemas.openxmlformats.org/officeDocument/2006/relationships/tags" Target="../tags/tag21.xml"/><Relationship Id="rId9" Type="http://schemas.openxmlformats.org/officeDocument/2006/relationships/oleObject" Target="../embeddings/oleObject4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6.emf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oleObject" Target="../embeddings/oleObject5.bin"/><Relationship Id="rId5" Type="http://schemas.openxmlformats.org/officeDocument/2006/relationships/tags" Target="../tags/tag2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10" Type="http://schemas.openxmlformats.org/officeDocument/2006/relationships/image" Target="../media/image6.emf"/><Relationship Id="rId4" Type="http://schemas.openxmlformats.org/officeDocument/2006/relationships/tags" Target="../tags/tag37.xml"/><Relationship Id="rId9" Type="http://schemas.openxmlformats.org/officeDocument/2006/relationships/oleObject" Target="../embeddings/oleObject6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4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image" Target="../media/image6.emf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oleObject" Target="../embeddings/oleObject7.bin"/><Relationship Id="rId5" Type="http://schemas.openxmlformats.org/officeDocument/2006/relationships/tags" Target="../tags/tag4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8.xml"/><Relationship Id="rId9" Type="http://schemas.openxmlformats.org/officeDocument/2006/relationships/tags" Target="../tags/tag53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10" Type="http://schemas.openxmlformats.org/officeDocument/2006/relationships/image" Target="../media/image6.emf"/><Relationship Id="rId4" Type="http://schemas.openxmlformats.org/officeDocument/2006/relationships/tags" Target="../tags/tag57.xml"/><Relationship Id="rId9" Type="http://schemas.openxmlformats.org/officeDocument/2006/relationships/oleObject" Target="../embeddings/oleObject8.bin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image" Target="../media/image7.emf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oleObject" Target="../embeddings/oleObject9.bin"/><Relationship Id="rId5" Type="http://schemas.openxmlformats.org/officeDocument/2006/relationships/tags" Target="../tags/tag6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0 - Title A - Full - With Image - Dark">
  <p:cSld name="000 - Title A - Full - With Image - Dark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5" y="0"/>
            <a:ext cx="4610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 txBox="1">
            <a:spLocks noGrp="1"/>
          </p:cNvSpPr>
          <p:nvPr>
            <p:ph type="title"/>
          </p:nvPr>
        </p:nvSpPr>
        <p:spPr>
          <a:xfrm>
            <a:off x="901967" y="1719067"/>
            <a:ext cx="6059600" cy="2135200"/>
          </a:xfrm>
          <a:prstGeom prst="rect">
            <a:avLst/>
          </a:prstGeom>
        </p:spPr>
        <p:txBody>
          <a:bodyPr spcFirstLastPara="1" wrap="square" lIns="0" tIns="0" rIns="0" bIns="22860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sz="48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sz="48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sz="48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sz="48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sz="48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sz="48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sz="48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sz="48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subTitle" idx="1"/>
          </p:nvPr>
        </p:nvSpPr>
        <p:spPr>
          <a:xfrm>
            <a:off x="901967" y="3854267"/>
            <a:ext cx="6059600" cy="852000"/>
          </a:xfrm>
          <a:prstGeom prst="rect">
            <a:avLst/>
          </a:prstGeom>
        </p:spPr>
        <p:txBody>
          <a:bodyPr spcFirstLastPara="1" wrap="square" lIns="0" tIns="18287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subTitle" idx="2"/>
          </p:nvPr>
        </p:nvSpPr>
        <p:spPr>
          <a:xfrm>
            <a:off x="901967" y="4706267"/>
            <a:ext cx="6059600" cy="42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902300" y="5848267"/>
            <a:ext cx="5193600" cy="1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© 2025 Trimble, Inc - All Rights Reserved</a:t>
            </a:r>
            <a:endParaRPr sz="933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5" name="Google Shape;45;p3"/>
          <p:cNvGrpSpPr/>
          <p:nvPr/>
        </p:nvGrpSpPr>
        <p:grpSpPr>
          <a:xfrm>
            <a:off x="-59" y="580955"/>
            <a:ext cx="1477037" cy="572592"/>
            <a:chOff x="8237125" y="577250"/>
            <a:chExt cx="906900" cy="351600"/>
          </a:xfrm>
        </p:grpSpPr>
        <p:sp>
          <p:nvSpPr>
            <p:cNvPr id="46" name="Google Shape;46;p3"/>
            <p:cNvSpPr/>
            <p:nvPr/>
          </p:nvSpPr>
          <p:spPr>
            <a:xfrm>
              <a:off x="8237125" y="577250"/>
              <a:ext cx="906900" cy="3516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47" name="Google Shape;47;p3"/>
            <p:cNvGrpSpPr/>
            <p:nvPr/>
          </p:nvGrpSpPr>
          <p:grpSpPr>
            <a:xfrm>
              <a:off x="8369177" y="682605"/>
              <a:ext cx="626131" cy="140779"/>
              <a:chOff x="3976687" y="3573303"/>
              <a:chExt cx="4236338" cy="952499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4862702" y="3680079"/>
                <a:ext cx="595979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95979" h="723900" extrusionOk="0">
                    <a:moveTo>
                      <a:pt x="217646" y="723138"/>
                    </a:moveTo>
                    <a:lnTo>
                      <a:pt x="217646" y="132588"/>
                    </a:lnTo>
                    <a:lnTo>
                      <a:pt x="0" y="132588"/>
                    </a:lnTo>
                    <a:lnTo>
                      <a:pt x="0" y="0"/>
                    </a:lnTo>
                    <a:lnTo>
                      <a:pt x="595979" y="0"/>
                    </a:lnTo>
                    <a:lnTo>
                      <a:pt x="595979" y="133350"/>
                    </a:lnTo>
                    <a:lnTo>
                      <a:pt x="376904" y="133350"/>
                    </a:lnTo>
                    <a:lnTo>
                      <a:pt x="376904" y="723900"/>
                    </a:lnTo>
                    <a:lnTo>
                      <a:pt x="217646" y="7231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5328474" y="3871626"/>
                <a:ext cx="339090" cy="532066"/>
              </a:xfrm>
              <a:custGeom>
                <a:avLst/>
                <a:gdLst/>
                <a:ahLst/>
                <a:cxnLst/>
                <a:rect l="l" t="t" r="r" b="b"/>
                <a:pathLst>
                  <a:path w="339090" h="532066" extrusionOk="0">
                    <a:moveTo>
                      <a:pt x="0" y="531590"/>
                    </a:moveTo>
                    <a:lnTo>
                      <a:pt x="0" y="13525"/>
                    </a:lnTo>
                    <a:lnTo>
                      <a:pt x="157353" y="13525"/>
                    </a:lnTo>
                    <a:lnTo>
                      <a:pt x="157353" y="97726"/>
                    </a:lnTo>
                    <a:lnTo>
                      <a:pt x="158305" y="97726"/>
                    </a:lnTo>
                    <a:cubicBezTo>
                      <a:pt x="186880" y="53721"/>
                      <a:pt x="236506" y="0"/>
                      <a:pt x="334232" y="0"/>
                    </a:cubicBezTo>
                    <a:lnTo>
                      <a:pt x="339090" y="0"/>
                    </a:lnTo>
                    <a:lnTo>
                      <a:pt x="339090" y="139827"/>
                    </a:lnTo>
                    <a:cubicBezTo>
                      <a:pt x="333280" y="138779"/>
                      <a:pt x="305848" y="136874"/>
                      <a:pt x="296132" y="136874"/>
                    </a:cubicBezTo>
                    <a:cubicBezTo>
                      <a:pt x="241173" y="137446"/>
                      <a:pt x="189738" y="163830"/>
                      <a:pt x="157353" y="208217"/>
                    </a:cubicBezTo>
                    <a:lnTo>
                      <a:pt x="157353" y="532067"/>
                    </a:lnTo>
                    <a:lnTo>
                      <a:pt x="0" y="5315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5717285" y="3684936"/>
                <a:ext cx="158305" cy="718661"/>
              </a:xfrm>
              <a:custGeom>
                <a:avLst/>
                <a:gdLst/>
                <a:ahLst/>
                <a:cxnLst/>
                <a:rect l="l" t="t" r="r" b="b"/>
                <a:pathLst>
                  <a:path w="158305" h="718661" extrusionOk="0">
                    <a:moveTo>
                      <a:pt x="0" y="126492"/>
                    </a:moveTo>
                    <a:lnTo>
                      <a:pt x="0" y="0"/>
                    </a:lnTo>
                    <a:lnTo>
                      <a:pt x="158305" y="0"/>
                    </a:lnTo>
                    <a:lnTo>
                      <a:pt x="158305" y="126492"/>
                    </a:lnTo>
                    <a:lnTo>
                      <a:pt x="0" y="126492"/>
                    </a:lnTo>
                    <a:close/>
                    <a:moveTo>
                      <a:pt x="1048" y="718661"/>
                    </a:moveTo>
                    <a:lnTo>
                      <a:pt x="1048" y="197358"/>
                    </a:lnTo>
                    <a:lnTo>
                      <a:pt x="157353" y="197358"/>
                    </a:lnTo>
                    <a:lnTo>
                      <a:pt x="157353" y="718280"/>
                    </a:lnTo>
                    <a:lnTo>
                      <a:pt x="1048" y="7186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5936170" y="3871626"/>
                <a:ext cx="795432" cy="531590"/>
              </a:xfrm>
              <a:custGeom>
                <a:avLst/>
                <a:gdLst/>
                <a:ahLst/>
                <a:cxnLst/>
                <a:rect l="l" t="t" r="r" b="b"/>
                <a:pathLst>
                  <a:path w="795432" h="531590" extrusionOk="0">
                    <a:moveTo>
                      <a:pt x="0" y="531590"/>
                    </a:moveTo>
                    <a:lnTo>
                      <a:pt x="0" y="10668"/>
                    </a:lnTo>
                    <a:lnTo>
                      <a:pt x="157258" y="10668"/>
                    </a:lnTo>
                    <a:lnTo>
                      <a:pt x="157258" y="92774"/>
                    </a:lnTo>
                    <a:cubicBezTo>
                      <a:pt x="188595" y="51721"/>
                      <a:pt x="246221" y="0"/>
                      <a:pt x="328708" y="0"/>
                    </a:cubicBezTo>
                    <a:cubicBezTo>
                      <a:pt x="415671" y="0"/>
                      <a:pt x="456724" y="36100"/>
                      <a:pt x="471583" y="92774"/>
                    </a:cubicBezTo>
                    <a:cubicBezTo>
                      <a:pt x="502825" y="52768"/>
                      <a:pt x="561499" y="0"/>
                      <a:pt x="643033" y="0"/>
                    </a:cubicBezTo>
                    <a:cubicBezTo>
                      <a:pt x="748570" y="0"/>
                      <a:pt x="795433" y="66675"/>
                      <a:pt x="795433" y="159258"/>
                    </a:cubicBezTo>
                    <a:lnTo>
                      <a:pt x="795433" y="531590"/>
                    </a:lnTo>
                    <a:lnTo>
                      <a:pt x="638080" y="531590"/>
                    </a:lnTo>
                    <a:lnTo>
                      <a:pt x="638080" y="201263"/>
                    </a:lnTo>
                    <a:cubicBezTo>
                      <a:pt x="638080" y="154400"/>
                      <a:pt x="627316" y="129921"/>
                      <a:pt x="581406" y="129921"/>
                    </a:cubicBezTo>
                    <a:cubicBezTo>
                      <a:pt x="542354" y="129921"/>
                      <a:pt x="511016" y="151447"/>
                      <a:pt x="476631" y="181737"/>
                    </a:cubicBezTo>
                    <a:lnTo>
                      <a:pt x="476631" y="531590"/>
                    </a:lnTo>
                    <a:lnTo>
                      <a:pt x="319564" y="531590"/>
                    </a:lnTo>
                    <a:lnTo>
                      <a:pt x="319564" y="201263"/>
                    </a:lnTo>
                    <a:cubicBezTo>
                      <a:pt x="319564" y="154400"/>
                      <a:pt x="308800" y="129921"/>
                      <a:pt x="262414" y="129921"/>
                    </a:cubicBezTo>
                    <a:cubicBezTo>
                      <a:pt x="223361" y="129921"/>
                      <a:pt x="192119" y="151447"/>
                      <a:pt x="156877" y="181737"/>
                    </a:cubicBezTo>
                    <a:lnTo>
                      <a:pt x="156877" y="531590"/>
                    </a:lnTo>
                    <a:lnTo>
                      <a:pt x="0" y="5315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6791038" y="3680079"/>
                <a:ext cx="517874" cy="731424"/>
              </a:xfrm>
              <a:custGeom>
                <a:avLst/>
                <a:gdLst/>
                <a:ahLst/>
                <a:cxnLst/>
                <a:rect l="l" t="t" r="r" b="b"/>
                <a:pathLst>
                  <a:path w="517874" h="731424" extrusionOk="0">
                    <a:moveTo>
                      <a:pt x="157639" y="661511"/>
                    </a:moveTo>
                    <a:lnTo>
                      <a:pt x="157639" y="723138"/>
                    </a:lnTo>
                    <a:lnTo>
                      <a:pt x="0" y="723138"/>
                    </a:lnTo>
                    <a:lnTo>
                      <a:pt x="0" y="0"/>
                    </a:lnTo>
                    <a:lnTo>
                      <a:pt x="157639" y="0"/>
                    </a:lnTo>
                    <a:lnTo>
                      <a:pt x="157639" y="282416"/>
                    </a:lnTo>
                    <a:cubicBezTo>
                      <a:pt x="191833" y="234791"/>
                      <a:pt x="240697" y="191548"/>
                      <a:pt x="317849" y="191548"/>
                    </a:cubicBezTo>
                    <a:cubicBezTo>
                      <a:pt x="436150" y="191548"/>
                      <a:pt x="517874" y="282416"/>
                      <a:pt x="517874" y="462153"/>
                    </a:cubicBezTo>
                    <a:cubicBezTo>
                      <a:pt x="517874" y="641890"/>
                      <a:pt x="434912" y="731425"/>
                      <a:pt x="315658" y="731425"/>
                    </a:cubicBezTo>
                    <a:cubicBezTo>
                      <a:pt x="245269" y="731425"/>
                      <a:pt x="196405" y="705517"/>
                      <a:pt x="157639" y="661511"/>
                    </a:cubicBezTo>
                    <a:close/>
                    <a:moveTo>
                      <a:pt x="360902" y="463201"/>
                    </a:moveTo>
                    <a:cubicBezTo>
                      <a:pt x="360902" y="376238"/>
                      <a:pt x="330613" y="321469"/>
                      <a:pt x="260223" y="321469"/>
                    </a:cubicBezTo>
                    <a:cubicBezTo>
                      <a:pt x="220123" y="321469"/>
                      <a:pt x="184023" y="345948"/>
                      <a:pt x="157639" y="372332"/>
                    </a:cubicBezTo>
                    <a:lnTo>
                      <a:pt x="157639" y="564833"/>
                    </a:lnTo>
                    <a:cubicBezTo>
                      <a:pt x="191833" y="597027"/>
                      <a:pt x="220123" y="612458"/>
                      <a:pt x="262414" y="612458"/>
                    </a:cubicBezTo>
                    <a:cubicBezTo>
                      <a:pt x="327374" y="612648"/>
                      <a:pt x="360616" y="557975"/>
                      <a:pt x="360616" y="463201"/>
                    </a:cubicBezTo>
                    <a:lnTo>
                      <a:pt x="360902" y="4632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7357680" y="3680079"/>
                <a:ext cx="156305" cy="723137"/>
              </a:xfrm>
              <a:custGeom>
                <a:avLst/>
                <a:gdLst/>
                <a:ahLst/>
                <a:cxnLst/>
                <a:rect l="l" t="t" r="r" b="b"/>
                <a:pathLst>
                  <a:path w="156305" h="723137" extrusionOk="0">
                    <a:moveTo>
                      <a:pt x="0" y="723138"/>
                    </a:moveTo>
                    <a:lnTo>
                      <a:pt x="0" y="0"/>
                    </a:lnTo>
                    <a:lnTo>
                      <a:pt x="156305" y="0"/>
                    </a:lnTo>
                    <a:lnTo>
                      <a:pt x="156305" y="723138"/>
                    </a:lnTo>
                    <a:lnTo>
                      <a:pt x="0" y="7231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7562754" y="3871626"/>
                <a:ext cx="501300" cy="542353"/>
              </a:xfrm>
              <a:custGeom>
                <a:avLst/>
                <a:gdLst/>
                <a:ahLst/>
                <a:cxnLst/>
                <a:rect l="l" t="t" r="r" b="b"/>
                <a:pathLst>
                  <a:path w="501300" h="542353" extrusionOk="0">
                    <a:moveTo>
                      <a:pt x="0" y="271653"/>
                    </a:moveTo>
                    <a:cubicBezTo>
                      <a:pt x="0" y="69342"/>
                      <a:pt x="154400" y="0"/>
                      <a:pt x="261842" y="0"/>
                    </a:cubicBezTo>
                    <a:cubicBezTo>
                      <a:pt x="369284" y="0"/>
                      <a:pt x="501301" y="54102"/>
                      <a:pt x="501301" y="290227"/>
                    </a:cubicBezTo>
                    <a:lnTo>
                      <a:pt x="501301" y="313658"/>
                    </a:lnTo>
                    <a:lnTo>
                      <a:pt x="156305" y="313658"/>
                    </a:lnTo>
                    <a:cubicBezTo>
                      <a:pt x="164211" y="399383"/>
                      <a:pt x="212027" y="432816"/>
                      <a:pt x="277559" y="432816"/>
                    </a:cubicBezTo>
                    <a:cubicBezTo>
                      <a:pt x="334804" y="431101"/>
                      <a:pt x="389573" y="408908"/>
                      <a:pt x="431959" y="370332"/>
                    </a:cubicBezTo>
                    <a:lnTo>
                      <a:pt x="492538" y="464153"/>
                    </a:lnTo>
                    <a:cubicBezTo>
                      <a:pt x="431959" y="515969"/>
                      <a:pt x="356711" y="542354"/>
                      <a:pt x="265843" y="542354"/>
                    </a:cubicBezTo>
                    <a:cubicBezTo>
                      <a:pt x="129921" y="542354"/>
                      <a:pt x="0" y="473202"/>
                      <a:pt x="0" y="271653"/>
                    </a:cubicBezTo>
                    <a:close/>
                    <a:moveTo>
                      <a:pt x="360617" y="220789"/>
                    </a:moveTo>
                    <a:cubicBezTo>
                      <a:pt x="352806" y="147542"/>
                      <a:pt x="319564" y="112300"/>
                      <a:pt x="260890" y="112300"/>
                    </a:cubicBezTo>
                    <a:cubicBezTo>
                      <a:pt x="212027" y="112300"/>
                      <a:pt x="170021" y="144589"/>
                      <a:pt x="158305" y="220789"/>
                    </a:cubicBezTo>
                    <a:lnTo>
                      <a:pt x="360617" y="2207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093768" y="4285202"/>
                <a:ext cx="119257" cy="119253"/>
              </a:xfrm>
              <a:custGeom>
                <a:avLst/>
                <a:gdLst/>
                <a:ahLst/>
                <a:cxnLst/>
                <a:rect l="l" t="t" r="r" b="b"/>
                <a:pathLst>
                  <a:path w="119257" h="119253" extrusionOk="0">
                    <a:moveTo>
                      <a:pt x="4" y="59626"/>
                    </a:moveTo>
                    <a:cubicBezTo>
                      <a:pt x="-377" y="27051"/>
                      <a:pt x="25722" y="381"/>
                      <a:pt x="58297" y="0"/>
                    </a:cubicBezTo>
                    <a:cubicBezTo>
                      <a:pt x="58773" y="0"/>
                      <a:pt x="59155" y="0"/>
                      <a:pt x="59631" y="0"/>
                    </a:cubicBezTo>
                    <a:cubicBezTo>
                      <a:pt x="92587" y="0"/>
                      <a:pt x="119257" y="26670"/>
                      <a:pt x="119257" y="59626"/>
                    </a:cubicBezTo>
                    <a:cubicBezTo>
                      <a:pt x="119257" y="92583"/>
                      <a:pt x="92587" y="119253"/>
                      <a:pt x="59631" y="119253"/>
                    </a:cubicBezTo>
                    <a:cubicBezTo>
                      <a:pt x="26674" y="119253"/>
                      <a:pt x="4" y="92583"/>
                      <a:pt x="4" y="59626"/>
                    </a:cubicBezTo>
                    <a:close/>
                    <a:moveTo>
                      <a:pt x="108399" y="59626"/>
                    </a:moveTo>
                    <a:cubicBezTo>
                      <a:pt x="107923" y="32575"/>
                      <a:pt x="85634" y="11049"/>
                      <a:pt x="58583" y="11525"/>
                    </a:cubicBezTo>
                    <a:cubicBezTo>
                      <a:pt x="31532" y="12001"/>
                      <a:pt x="10006" y="34290"/>
                      <a:pt x="10482" y="61341"/>
                    </a:cubicBezTo>
                    <a:cubicBezTo>
                      <a:pt x="10958" y="88106"/>
                      <a:pt x="32865" y="109538"/>
                      <a:pt x="59631" y="109442"/>
                    </a:cubicBezTo>
                    <a:cubicBezTo>
                      <a:pt x="86586" y="109442"/>
                      <a:pt x="108399" y="87630"/>
                      <a:pt x="108399" y="60674"/>
                    </a:cubicBezTo>
                    <a:cubicBezTo>
                      <a:pt x="108399" y="60293"/>
                      <a:pt x="108399" y="60008"/>
                      <a:pt x="108399" y="59626"/>
                    </a:cubicBezTo>
                    <a:close/>
                    <a:moveTo>
                      <a:pt x="36485" y="25717"/>
                    </a:moveTo>
                    <a:lnTo>
                      <a:pt x="60869" y="25717"/>
                    </a:lnTo>
                    <a:cubicBezTo>
                      <a:pt x="76299" y="25717"/>
                      <a:pt x="85253" y="32385"/>
                      <a:pt x="85253" y="45720"/>
                    </a:cubicBezTo>
                    <a:cubicBezTo>
                      <a:pt x="86015" y="54197"/>
                      <a:pt x="80681" y="61913"/>
                      <a:pt x="72490" y="64199"/>
                    </a:cubicBezTo>
                    <a:lnTo>
                      <a:pt x="86586" y="90964"/>
                    </a:lnTo>
                    <a:lnTo>
                      <a:pt x="72966" y="90964"/>
                    </a:lnTo>
                    <a:lnTo>
                      <a:pt x="59821" y="66008"/>
                    </a:lnTo>
                    <a:lnTo>
                      <a:pt x="49534" y="66008"/>
                    </a:lnTo>
                    <a:lnTo>
                      <a:pt x="49534" y="90964"/>
                    </a:lnTo>
                    <a:lnTo>
                      <a:pt x="36485" y="90964"/>
                    </a:lnTo>
                    <a:lnTo>
                      <a:pt x="36485" y="25717"/>
                    </a:lnTo>
                    <a:close/>
                    <a:moveTo>
                      <a:pt x="60107" y="56007"/>
                    </a:moveTo>
                    <a:cubicBezTo>
                      <a:pt x="68108" y="56007"/>
                      <a:pt x="72490" y="53435"/>
                      <a:pt x="72490" y="46482"/>
                    </a:cubicBezTo>
                    <a:cubicBezTo>
                      <a:pt x="72490" y="39529"/>
                      <a:pt x="68108" y="36957"/>
                      <a:pt x="59821" y="36957"/>
                    </a:cubicBezTo>
                    <a:lnTo>
                      <a:pt x="49534" y="36957"/>
                    </a:lnTo>
                    <a:lnTo>
                      <a:pt x="49534" y="56007"/>
                    </a:lnTo>
                    <a:lnTo>
                      <a:pt x="60107" y="5600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4035837" y="4301108"/>
                <a:ext cx="195452" cy="224694"/>
              </a:xfrm>
              <a:custGeom>
                <a:avLst/>
                <a:gdLst/>
                <a:ahLst/>
                <a:cxnLst/>
                <a:rect l="l" t="t" r="r" b="b"/>
                <a:pathLst>
                  <a:path w="195452" h="224694" extrusionOk="0">
                    <a:moveTo>
                      <a:pt x="0" y="0"/>
                    </a:moveTo>
                    <a:lnTo>
                      <a:pt x="0" y="224695"/>
                    </a:lnTo>
                    <a:lnTo>
                      <a:pt x="195453" y="111919"/>
                    </a:lnTo>
                    <a:cubicBezTo>
                      <a:pt x="120301" y="95726"/>
                      <a:pt x="52007" y="56579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4035837" y="3573303"/>
                <a:ext cx="194024" cy="223361"/>
              </a:xfrm>
              <a:custGeom>
                <a:avLst/>
                <a:gdLst/>
                <a:ahLst/>
                <a:cxnLst/>
                <a:rect l="l" t="t" r="r" b="b"/>
                <a:pathLst>
                  <a:path w="194024" h="223361" extrusionOk="0">
                    <a:moveTo>
                      <a:pt x="194024" y="111824"/>
                    </a:moveTo>
                    <a:lnTo>
                      <a:pt x="0" y="0"/>
                    </a:lnTo>
                    <a:lnTo>
                      <a:pt x="0" y="223361"/>
                    </a:lnTo>
                    <a:cubicBezTo>
                      <a:pt x="51816" y="167259"/>
                      <a:pt x="119539" y="128397"/>
                      <a:pt x="194024" y="1118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4664868" y="3936777"/>
                <a:ext cx="195929" cy="225933"/>
              </a:xfrm>
              <a:custGeom>
                <a:avLst/>
                <a:gdLst/>
                <a:ahLst/>
                <a:cxnLst/>
                <a:rect l="l" t="t" r="r" b="b"/>
                <a:pathLst>
                  <a:path w="195929" h="225933" extrusionOk="0">
                    <a:moveTo>
                      <a:pt x="195929" y="112776"/>
                    </a:moveTo>
                    <a:lnTo>
                      <a:pt x="571" y="0"/>
                    </a:lnTo>
                    <a:cubicBezTo>
                      <a:pt x="23717" y="73533"/>
                      <a:pt x="23431" y="152495"/>
                      <a:pt x="0" y="225933"/>
                    </a:cubicBezTo>
                    <a:lnTo>
                      <a:pt x="195929" y="1127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4164519" y="3714067"/>
                <a:ext cx="215741" cy="38401"/>
              </a:xfrm>
              <a:custGeom>
                <a:avLst/>
                <a:gdLst/>
                <a:ahLst/>
                <a:cxnLst/>
                <a:rect l="l" t="t" r="r" b="b"/>
                <a:pathLst>
                  <a:path w="215741" h="38401" extrusionOk="0">
                    <a:moveTo>
                      <a:pt x="0" y="29925"/>
                    </a:moveTo>
                    <a:cubicBezTo>
                      <a:pt x="28004" y="23733"/>
                      <a:pt x="86201" y="29925"/>
                      <a:pt x="116967" y="38402"/>
                    </a:cubicBezTo>
                    <a:cubicBezTo>
                      <a:pt x="145923" y="17828"/>
                      <a:pt x="180308" y="6398"/>
                      <a:pt x="215741" y="5540"/>
                    </a:cubicBezTo>
                    <a:cubicBezTo>
                      <a:pt x="142970" y="-6842"/>
                      <a:pt x="68199" y="1635"/>
                      <a:pt x="0" y="299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4192332" y="3990594"/>
                <a:ext cx="344519" cy="207317"/>
              </a:xfrm>
              <a:custGeom>
                <a:avLst/>
                <a:gdLst/>
                <a:ahLst/>
                <a:cxnLst/>
                <a:rect l="l" t="t" r="r" b="b"/>
                <a:pathLst>
                  <a:path w="344519" h="207317" extrusionOk="0">
                    <a:moveTo>
                      <a:pt x="344519" y="162211"/>
                    </a:moveTo>
                    <a:cubicBezTo>
                      <a:pt x="339662" y="119348"/>
                      <a:pt x="329470" y="77343"/>
                      <a:pt x="313944" y="37147"/>
                    </a:cubicBezTo>
                    <a:cubicBezTo>
                      <a:pt x="247269" y="67437"/>
                      <a:pt x="164211" y="47911"/>
                      <a:pt x="108871" y="0"/>
                    </a:cubicBezTo>
                    <a:cubicBezTo>
                      <a:pt x="68199" y="42481"/>
                      <a:pt x="31718" y="88773"/>
                      <a:pt x="0" y="138208"/>
                    </a:cubicBezTo>
                    <a:cubicBezTo>
                      <a:pt x="93821" y="214693"/>
                      <a:pt x="248126" y="234791"/>
                      <a:pt x="344519" y="1622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3976687" y="3832859"/>
                <a:ext cx="164305" cy="452151"/>
              </a:xfrm>
              <a:custGeom>
                <a:avLst/>
                <a:gdLst/>
                <a:ahLst/>
                <a:cxnLst/>
                <a:rect l="l" t="t" r="r" b="b"/>
                <a:pathLst>
                  <a:path w="164305" h="452151" extrusionOk="0">
                    <a:moveTo>
                      <a:pt x="164305" y="303276"/>
                    </a:moveTo>
                    <a:cubicBezTo>
                      <a:pt x="81628" y="218504"/>
                      <a:pt x="52768" y="94964"/>
                      <a:pt x="79247" y="0"/>
                    </a:cubicBezTo>
                    <a:cubicBezTo>
                      <a:pt x="-33338" y="132588"/>
                      <a:pt x="-25052" y="329470"/>
                      <a:pt x="98297" y="452152"/>
                    </a:cubicBezTo>
                    <a:cubicBezTo>
                      <a:pt x="113442" y="399764"/>
                      <a:pt x="135635" y="349663"/>
                      <a:pt x="164305" y="30327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4329302" y="3889152"/>
                <a:ext cx="161925" cy="113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13925" extrusionOk="0">
                    <a:moveTo>
                      <a:pt x="161925" y="102679"/>
                    </a:moveTo>
                    <a:cubicBezTo>
                      <a:pt x="144494" y="65532"/>
                      <a:pt x="122015" y="31052"/>
                      <a:pt x="95250" y="0"/>
                    </a:cubicBezTo>
                    <a:cubicBezTo>
                      <a:pt x="61627" y="22098"/>
                      <a:pt x="29718" y="46863"/>
                      <a:pt x="0" y="74009"/>
                    </a:cubicBezTo>
                    <a:cubicBezTo>
                      <a:pt x="50101" y="115633"/>
                      <a:pt x="115633" y="123825"/>
                      <a:pt x="161925" y="10267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4326445" y="3752941"/>
                <a:ext cx="175164" cy="84395"/>
              </a:xfrm>
              <a:custGeom>
                <a:avLst/>
                <a:gdLst/>
                <a:ahLst/>
                <a:cxnLst/>
                <a:rect l="l" t="t" r="r" b="b"/>
                <a:pathLst>
                  <a:path w="175164" h="84395" extrusionOk="0">
                    <a:moveTo>
                      <a:pt x="102584" y="84395"/>
                    </a:moveTo>
                    <a:cubicBezTo>
                      <a:pt x="125063" y="68107"/>
                      <a:pt x="149447" y="54582"/>
                      <a:pt x="175165" y="44104"/>
                    </a:cubicBezTo>
                    <a:cubicBezTo>
                      <a:pt x="122206" y="-9426"/>
                      <a:pt x="37052" y="-7997"/>
                      <a:pt x="0" y="15529"/>
                    </a:cubicBezTo>
                    <a:cubicBezTo>
                      <a:pt x="38005" y="32293"/>
                      <a:pt x="72676" y="55630"/>
                      <a:pt x="102584" y="843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4109465" y="4163853"/>
                <a:ext cx="430386" cy="218059"/>
              </a:xfrm>
              <a:custGeom>
                <a:avLst/>
                <a:gdLst/>
                <a:ahLst/>
                <a:cxnLst/>
                <a:rect l="l" t="t" r="r" b="b"/>
                <a:pathLst>
                  <a:path w="430386" h="218059" extrusionOk="0">
                    <a:moveTo>
                      <a:pt x="61722" y="0"/>
                    </a:moveTo>
                    <a:cubicBezTo>
                      <a:pt x="20574" y="71152"/>
                      <a:pt x="5525" y="123825"/>
                      <a:pt x="0" y="151162"/>
                    </a:cubicBezTo>
                    <a:cubicBezTo>
                      <a:pt x="122682" y="243364"/>
                      <a:pt x="292418" y="239935"/>
                      <a:pt x="411290" y="142875"/>
                    </a:cubicBezTo>
                    <a:cubicBezTo>
                      <a:pt x="424529" y="108490"/>
                      <a:pt x="431006" y="71819"/>
                      <a:pt x="430340" y="34957"/>
                    </a:cubicBezTo>
                    <a:cubicBezTo>
                      <a:pt x="316421" y="102775"/>
                      <a:pt x="159449" y="76867"/>
                      <a:pt x="617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4457127" y="3827335"/>
                <a:ext cx="91323" cy="140779"/>
              </a:xfrm>
              <a:custGeom>
                <a:avLst/>
                <a:gdLst/>
                <a:ahLst/>
                <a:cxnLst/>
                <a:rect l="l" t="t" r="r" b="b"/>
                <a:pathLst>
                  <a:path w="91323" h="140779" extrusionOk="0">
                    <a:moveTo>
                      <a:pt x="66484" y="140779"/>
                    </a:moveTo>
                    <a:cubicBezTo>
                      <a:pt x="102965" y="102679"/>
                      <a:pt x="95631" y="37528"/>
                      <a:pt x="67913" y="0"/>
                    </a:cubicBezTo>
                    <a:cubicBezTo>
                      <a:pt x="43529" y="10001"/>
                      <a:pt x="20669" y="23431"/>
                      <a:pt x="0" y="39814"/>
                    </a:cubicBezTo>
                    <a:cubicBezTo>
                      <a:pt x="26099" y="70675"/>
                      <a:pt x="48482" y="104584"/>
                      <a:pt x="66484" y="14077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4540376" y="3886200"/>
                <a:ext cx="70634" cy="231933"/>
              </a:xfrm>
              <a:custGeom>
                <a:avLst/>
                <a:gdLst/>
                <a:ahLst/>
                <a:cxnLst/>
                <a:rect l="l" t="t" r="r" b="b"/>
                <a:pathLst>
                  <a:path w="70634" h="231933" extrusionOk="0">
                    <a:moveTo>
                      <a:pt x="46101" y="0"/>
                    </a:moveTo>
                    <a:cubicBezTo>
                      <a:pt x="52102" y="45244"/>
                      <a:pt x="34766" y="90392"/>
                      <a:pt x="0" y="119920"/>
                    </a:cubicBezTo>
                    <a:cubicBezTo>
                      <a:pt x="14573" y="156020"/>
                      <a:pt x="25146" y="193548"/>
                      <a:pt x="31718" y="231934"/>
                    </a:cubicBezTo>
                    <a:cubicBezTo>
                      <a:pt x="81725" y="166973"/>
                      <a:pt x="80200" y="74200"/>
                      <a:pt x="46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4273836" y="3797331"/>
                <a:ext cx="122140" cy="136969"/>
              </a:xfrm>
              <a:custGeom>
                <a:avLst/>
                <a:gdLst/>
                <a:ahLst/>
                <a:cxnLst/>
                <a:rect l="l" t="t" r="r" b="b"/>
                <a:pathLst>
                  <a:path w="122140" h="136969" extrusionOk="0">
                    <a:moveTo>
                      <a:pt x="28415" y="136970"/>
                    </a:moveTo>
                    <a:cubicBezTo>
                      <a:pt x="57752" y="109919"/>
                      <a:pt x="89089" y="85154"/>
                      <a:pt x="122141" y="62770"/>
                    </a:cubicBezTo>
                    <a:cubicBezTo>
                      <a:pt x="92137" y="35433"/>
                      <a:pt x="57180" y="14097"/>
                      <a:pt x="19080" y="0"/>
                    </a:cubicBezTo>
                    <a:cubicBezTo>
                      <a:pt x="-11971" y="41624"/>
                      <a:pt x="-2446" y="95345"/>
                      <a:pt x="28415" y="1369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4573999" y="4021645"/>
                <a:ext cx="70694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70694" h="233362" extrusionOk="0">
                    <a:moveTo>
                      <a:pt x="4096" y="148780"/>
                    </a:moveTo>
                    <a:cubicBezTo>
                      <a:pt x="5239" y="177070"/>
                      <a:pt x="3905" y="205359"/>
                      <a:pt x="0" y="233363"/>
                    </a:cubicBezTo>
                    <a:cubicBezTo>
                      <a:pt x="51530" y="166973"/>
                      <a:pt x="76295" y="83725"/>
                      <a:pt x="69628" y="0"/>
                    </a:cubicBezTo>
                    <a:cubicBezTo>
                      <a:pt x="64579" y="55435"/>
                      <a:pt x="41529" y="107633"/>
                      <a:pt x="4096" y="14878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4085721" y="3777728"/>
                <a:ext cx="188145" cy="322974"/>
              </a:xfrm>
              <a:custGeom>
                <a:avLst/>
                <a:gdLst/>
                <a:ahLst/>
                <a:cxnLst/>
                <a:rect l="l" t="t" r="r" b="b"/>
                <a:pathLst>
                  <a:path w="188145" h="322974" extrusionOk="0">
                    <a:moveTo>
                      <a:pt x="168334" y="7792"/>
                    </a:moveTo>
                    <a:cubicBezTo>
                      <a:pt x="124804" y="-2876"/>
                      <a:pt x="79275" y="-2590"/>
                      <a:pt x="35936" y="8650"/>
                    </a:cubicBezTo>
                    <a:cubicBezTo>
                      <a:pt x="-29691" y="101709"/>
                      <a:pt x="789" y="238012"/>
                      <a:pt x="77179" y="322975"/>
                    </a:cubicBezTo>
                    <a:cubicBezTo>
                      <a:pt x="109755" y="273349"/>
                      <a:pt x="146902" y="226867"/>
                      <a:pt x="188146" y="184100"/>
                    </a:cubicBezTo>
                    <a:cubicBezTo>
                      <a:pt x="149284" y="135808"/>
                      <a:pt x="133853" y="61227"/>
                      <a:pt x="168334" y="779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305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4003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- Table of Content Light">
  <p:cSld name="001 - Table of Content Light">
    <p:bg>
      <p:bgPr>
        <a:solidFill>
          <a:schemeClr val="lt1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9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rot="-5400000">
            <a:off x="1123958" y="1123933"/>
            <a:ext cx="4610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9"/>
          <p:cNvSpPr txBox="1">
            <a:spLocks noGrp="1"/>
          </p:cNvSpPr>
          <p:nvPr>
            <p:ph type="title" hasCustomPrompt="1"/>
          </p:nvPr>
        </p:nvSpPr>
        <p:spPr>
          <a:xfrm>
            <a:off x="5230367" y="2267823"/>
            <a:ext cx="644800" cy="8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251" name="Google Shape;251;p9"/>
          <p:cNvSpPr txBox="1">
            <a:spLocks noGrp="1"/>
          </p:cNvSpPr>
          <p:nvPr>
            <p:ph type="title" idx="2" hasCustomPrompt="1"/>
          </p:nvPr>
        </p:nvSpPr>
        <p:spPr>
          <a:xfrm>
            <a:off x="5230367" y="3119823"/>
            <a:ext cx="644800" cy="8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252" name="Google Shape;252;p9"/>
          <p:cNvSpPr txBox="1">
            <a:spLocks noGrp="1"/>
          </p:cNvSpPr>
          <p:nvPr>
            <p:ph type="title" idx="3" hasCustomPrompt="1"/>
          </p:nvPr>
        </p:nvSpPr>
        <p:spPr>
          <a:xfrm>
            <a:off x="5230367" y="3971823"/>
            <a:ext cx="644800" cy="8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253" name="Google Shape;253;p9"/>
          <p:cNvSpPr txBox="1">
            <a:spLocks noGrp="1"/>
          </p:cNvSpPr>
          <p:nvPr>
            <p:ph type="title" idx="4" hasCustomPrompt="1"/>
          </p:nvPr>
        </p:nvSpPr>
        <p:spPr>
          <a:xfrm>
            <a:off x="5230367" y="4823823"/>
            <a:ext cx="644800" cy="8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9"/>
          <p:cNvSpPr txBox="1">
            <a:spLocks noGrp="1"/>
          </p:cNvSpPr>
          <p:nvPr>
            <p:ph type="title" idx="5" hasCustomPrompt="1"/>
          </p:nvPr>
        </p:nvSpPr>
        <p:spPr>
          <a:xfrm>
            <a:off x="5230367" y="1411256"/>
            <a:ext cx="644800" cy="8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9"/>
          <p:cNvSpPr txBox="1">
            <a:spLocks noGrp="1"/>
          </p:cNvSpPr>
          <p:nvPr>
            <p:ph type="title" idx="6"/>
          </p:nvPr>
        </p:nvSpPr>
        <p:spPr>
          <a:xfrm>
            <a:off x="530800" y="1447201"/>
            <a:ext cx="3462400" cy="1709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 ExtraBold"/>
              <a:buNone/>
              <a:defRPr sz="400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 ExtraBold"/>
              <a:buNone/>
              <a:defRPr sz="400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 ExtraBold"/>
              <a:buNone/>
              <a:defRPr sz="400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 ExtraBold"/>
              <a:buNone/>
              <a:defRPr sz="400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 ExtraBold"/>
              <a:buNone/>
              <a:defRPr sz="400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 ExtraBold"/>
              <a:buNone/>
              <a:defRPr sz="400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 ExtraBold"/>
              <a:buNone/>
              <a:defRPr sz="400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 ExtraBold"/>
              <a:buNone/>
              <a:defRPr sz="400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256" name="Google Shape;256;p9"/>
          <p:cNvSpPr txBox="1">
            <a:spLocks noGrp="1"/>
          </p:cNvSpPr>
          <p:nvPr>
            <p:ph type="subTitle" idx="1"/>
          </p:nvPr>
        </p:nvSpPr>
        <p:spPr>
          <a:xfrm>
            <a:off x="5690801" y="2284967"/>
            <a:ext cx="6038400" cy="852000"/>
          </a:xfrm>
          <a:prstGeom prst="rect">
            <a:avLst/>
          </a:prstGeom>
        </p:spPr>
        <p:txBody>
          <a:bodyPr spcFirstLastPara="1" wrap="square" lIns="320025" tIns="91425" rIns="3200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9"/>
          <p:cNvSpPr txBox="1">
            <a:spLocks noGrp="1"/>
          </p:cNvSpPr>
          <p:nvPr>
            <p:ph type="subTitle" idx="7"/>
          </p:nvPr>
        </p:nvSpPr>
        <p:spPr>
          <a:xfrm>
            <a:off x="5690801" y="3136967"/>
            <a:ext cx="6038400" cy="852000"/>
          </a:xfrm>
          <a:prstGeom prst="rect">
            <a:avLst/>
          </a:prstGeom>
        </p:spPr>
        <p:txBody>
          <a:bodyPr spcFirstLastPara="1" wrap="square" lIns="320025" tIns="91425" rIns="3200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9"/>
          <p:cNvSpPr txBox="1">
            <a:spLocks noGrp="1"/>
          </p:cNvSpPr>
          <p:nvPr>
            <p:ph type="subTitle" idx="8"/>
          </p:nvPr>
        </p:nvSpPr>
        <p:spPr>
          <a:xfrm>
            <a:off x="5690801" y="3988967"/>
            <a:ext cx="6038400" cy="852000"/>
          </a:xfrm>
          <a:prstGeom prst="rect">
            <a:avLst/>
          </a:prstGeom>
        </p:spPr>
        <p:txBody>
          <a:bodyPr spcFirstLastPara="1" wrap="square" lIns="320025" tIns="91425" rIns="3200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9"/>
          <p:cNvSpPr txBox="1">
            <a:spLocks noGrp="1"/>
          </p:cNvSpPr>
          <p:nvPr>
            <p:ph type="subTitle" idx="9"/>
          </p:nvPr>
        </p:nvSpPr>
        <p:spPr>
          <a:xfrm>
            <a:off x="5690801" y="4840967"/>
            <a:ext cx="6038400" cy="852000"/>
          </a:xfrm>
          <a:prstGeom prst="rect">
            <a:avLst/>
          </a:prstGeom>
        </p:spPr>
        <p:txBody>
          <a:bodyPr spcFirstLastPara="1" wrap="square" lIns="320025" tIns="91425" rIns="3200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9"/>
          <p:cNvSpPr txBox="1">
            <a:spLocks noGrp="1"/>
          </p:cNvSpPr>
          <p:nvPr>
            <p:ph type="subTitle" idx="13"/>
          </p:nvPr>
        </p:nvSpPr>
        <p:spPr>
          <a:xfrm>
            <a:off x="5690801" y="1428400"/>
            <a:ext cx="6038400" cy="852000"/>
          </a:xfrm>
          <a:prstGeom prst="rect">
            <a:avLst/>
          </a:prstGeom>
        </p:spPr>
        <p:txBody>
          <a:bodyPr spcFirstLastPara="1" wrap="square" lIns="320025" tIns="91425" rIns="3200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61" name="Google Shape;261;p9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262" name="Google Shape;262;p9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263" name="Google Shape;263;p9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264" name="Google Shape;264;p9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" name="Google Shape;265;p9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" name="Google Shape;266;p9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" name="Google Shape;267;p9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" name="Google Shape;268;p9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" name="Google Shape;269;p9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" name="Google Shape;270;p9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" name="Google Shape;271;p9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" name="Google Shape;272;p9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" name="Google Shape;273;p9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" name="Google Shape;274;p9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" name="Google Shape;275;p9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7" name="Google Shape;277;p9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8" name="Google Shape;278;p9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9" name="Google Shape;279;p9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0" name="Google Shape;280;p9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2" name="Google Shape;282;p9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3" name="Google Shape;283;p9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6" name="Google Shape;286;p9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8" name="Google Shape;288;p9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9" name="Google Shape;289;p9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2" name="Google Shape;292;p9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0777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- Section Title - Light A">
  <p:cSld name="002 - Section Title - Light A">
    <p:bg>
      <p:bgPr>
        <a:solidFill>
          <a:schemeClr val="lt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11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flipH="1">
            <a:off x="7581891" y="0"/>
            <a:ext cx="4610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1"/>
          <p:cNvPicPr preferRelativeResize="0"/>
          <p:nvPr/>
        </p:nvPicPr>
        <p:blipFill rotWithShape="1">
          <a:blip r:embed="rId3">
            <a:alphaModFix/>
          </a:blip>
          <a:srcRect l="-14163" t="-10138" r="-17588" b="-6930"/>
          <a:stretch/>
        </p:blipFill>
        <p:spPr>
          <a:xfrm>
            <a:off x="11466967" y="6161100"/>
            <a:ext cx="562267" cy="538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1"/>
          <p:cNvSpPr txBox="1">
            <a:spLocks noGrp="1"/>
          </p:cNvSpPr>
          <p:nvPr>
            <p:ph type="title"/>
          </p:nvPr>
        </p:nvSpPr>
        <p:spPr>
          <a:xfrm>
            <a:off x="901967" y="2572500"/>
            <a:ext cx="6059600" cy="2135200"/>
          </a:xfrm>
          <a:prstGeom prst="rect">
            <a:avLst/>
          </a:prstGeom>
        </p:spPr>
        <p:txBody>
          <a:bodyPr spcFirstLastPara="1" wrap="square" lIns="0" tIns="0" rIns="0" bIns="22860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Open Sans ExtraBold"/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Open Sans ExtraBold"/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Open Sans ExtraBold"/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Open Sans ExtraBold"/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Open Sans ExtraBold"/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Open Sans ExtraBold"/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Open Sans ExtraBold"/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Open Sans ExtraBold"/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341" name="Google Shape;341;p11"/>
          <p:cNvSpPr txBox="1">
            <a:spLocks noGrp="1"/>
          </p:cNvSpPr>
          <p:nvPr>
            <p:ph type="subTitle" idx="1"/>
          </p:nvPr>
        </p:nvSpPr>
        <p:spPr>
          <a:xfrm>
            <a:off x="901967" y="4707700"/>
            <a:ext cx="6059600" cy="852000"/>
          </a:xfrm>
          <a:prstGeom prst="rect">
            <a:avLst/>
          </a:prstGeom>
        </p:spPr>
        <p:txBody>
          <a:bodyPr spcFirstLastPara="1" wrap="square" lIns="0" tIns="18287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1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43" name="Google Shape;343;p11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344" name="Google Shape;344;p11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345" name="Google Shape;345;p11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346" name="Google Shape;346;p11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7" name="Google Shape;347;p11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8" name="Google Shape;348;p11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9" name="Google Shape;349;p11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0" name="Google Shape;350;p11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1" name="Google Shape;351;p11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2" name="Google Shape;352;p11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3" name="Google Shape;353;p11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4" name="Google Shape;354;p11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5" name="Google Shape;355;p11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6" name="Google Shape;356;p11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7" name="Google Shape;357;p11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8" name="Google Shape;358;p11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9" name="Google Shape;359;p11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0" name="Google Shape;360;p11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1" name="Google Shape;361;p11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2" name="Google Shape;362;p11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3" name="Google Shape;363;p11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4" name="Google Shape;364;p11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5" name="Google Shape;365;p11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6" name="Google Shape;366;p11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7" name="Google Shape;367;p11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8" name="Google Shape;368;p11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9" name="Google Shape;369;p11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0" name="Google Shape;370;p11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1" name="Google Shape;371;p11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2" name="Google Shape;372;p11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3" name="Google Shape;373;p11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4" name="Google Shape;374;p11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5" name="Google Shape;375;p11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6" name="Google Shape;376;p11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7" name="Google Shape;377;p11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378" name="Google Shape;378;p11"/>
          <p:cNvSpPr txBox="1">
            <a:spLocks noGrp="1"/>
          </p:cNvSpPr>
          <p:nvPr>
            <p:ph type="title" idx="2" hasCustomPrompt="1"/>
          </p:nvPr>
        </p:nvSpPr>
        <p:spPr>
          <a:xfrm>
            <a:off x="902267" y="865633"/>
            <a:ext cx="3462400" cy="170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96723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- Content - 1 Column - Light">
  <p:cSld name="005 - Content - 1 Column - Light">
    <p:bg>
      <p:bgPr>
        <a:solidFill>
          <a:schemeClr val="lt1"/>
        </a:solidFill>
        <a:effectLst/>
      </p:bgPr>
    </p:bg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0"/>
          <p:cNvSpPr txBox="1">
            <a:spLocks noGrp="1"/>
          </p:cNvSpPr>
          <p:nvPr>
            <p:ph type="title"/>
          </p:nvPr>
        </p:nvSpPr>
        <p:spPr>
          <a:xfrm>
            <a:off x="902200" y="0"/>
            <a:ext cx="10387600" cy="17192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708" name="Google Shape;708;p20"/>
          <p:cNvSpPr txBox="1">
            <a:spLocks noGrp="1"/>
          </p:cNvSpPr>
          <p:nvPr>
            <p:ph type="body" idx="1"/>
          </p:nvPr>
        </p:nvSpPr>
        <p:spPr>
          <a:xfrm>
            <a:off x="902000" y="2359167"/>
            <a:ext cx="10387600" cy="3626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609585" lvl="0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marL="1219170" lvl="1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2pPr>
            <a:lvl3pPr marL="1828754" lvl="2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09" name="Google Shape;709;p20"/>
          <p:cNvSpPr txBox="1">
            <a:spLocks noGrp="1"/>
          </p:cNvSpPr>
          <p:nvPr>
            <p:ph type="subTitle" idx="2"/>
          </p:nvPr>
        </p:nvSpPr>
        <p:spPr>
          <a:xfrm>
            <a:off x="902200" y="1932400"/>
            <a:ext cx="10387600" cy="426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20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11" name="Google Shape;711;p20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712" name="Google Shape;712;p20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713" name="Google Shape;713;p20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714" name="Google Shape;714;p20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5" name="Google Shape;715;p20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" name="Google Shape;716;p20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" name="Google Shape;717;p20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" name="Google Shape;718;p20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" name="Google Shape;719;p20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" name="Google Shape;720;p20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1" name="Google Shape;721;p20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" name="Google Shape;722;p20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" name="Google Shape;723;p20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" name="Google Shape;724;p20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" name="Google Shape;725;p20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" name="Google Shape;726;p20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" name="Google Shape;727;p20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" name="Google Shape;728;p20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" name="Google Shape;729;p20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0" name="Google Shape;730;p20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1" name="Google Shape;731;p20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2" name="Google Shape;732;p20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3" name="Google Shape;733;p20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4" name="Google Shape;734;p20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5" name="Google Shape;735;p20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6" name="Google Shape;736;p20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7" name="Google Shape;737;p20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8" name="Google Shape;738;p20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9" name="Google Shape;739;p20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0" name="Google Shape;740;p20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1" name="Google Shape;741;p20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2" name="Google Shape;742;p20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3" name="Google Shape;743;p20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4" name="Google Shape;744;p20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5" name="Google Shape;745;p20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4022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- Content - 1 Column,  no subtitle - Light">
  <p:cSld name="005 - Content - 1 Column,  no subtitle - Light">
    <p:bg>
      <p:bgPr>
        <a:solidFill>
          <a:schemeClr val="lt1"/>
        </a:solidFill>
        <a:effectLst/>
      </p:bgPr>
    </p:bg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6"/>
          <p:cNvSpPr txBox="1">
            <a:spLocks noGrp="1"/>
          </p:cNvSpPr>
          <p:nvPr>
            <p:ph type="body" idx="1"/>
          </p:nvPr>
        </p:nvSpPr>
        <p:spPr>
          <a:xfrm>
            <a:off x="902000" y="1932400"/>
            <a:ext cx="10387600" cy="4053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609585" lvl="0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marL="1219170" lvl="1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2pPr>
            <a:lvl3pPr marL="1828754" lvl="2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957" name="Google Shape;957;p26"/>
          <p:cNvSpPr txBox="1">
            <a:spLocks noGrp="1"/>
          </p:cNvSpPr>
          <p:nvPr>
            <p:ph type="title"/>
          </p:nvPr>
        </p:nvSpPr>
        <p:spPr>
          <a:xfrm>
            <a:off x="902200" y="0"/>
            <a:ext cx="10387600" cy="17192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958" name="Google Shape;958;p26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59" name="Google Shape;959;p26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960" name="Google Shape;960;p26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961" name="Google Shape;961;p26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962" name="Google Shape;962;p26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3" name="Google Shape;963;p26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4" name="Google Shape;964;p26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5" name="Google Shape;965;p26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6" name="Google Shape;966;p26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7" name="Google Shape;967;p26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8" name="Google Shape;968;p26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9" name="Google Shape;969;p26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0" name="Google Shape;970;p26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1" name="Google Shape;971;p26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2" name="Google Shape;972;p26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3" name="Google Shape;973;p26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4" name="Google Shape;974;p26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5" name="Google Shape;975;p26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6" name="Google Shape;976;p26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7" name="Google Shape;977;p26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8" name="Google Shape;978;p26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9" name="Google Shape;979;p26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0" name="Google Shape;980;p26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1" name="Google Shape;981;p26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2" name="Google Shape;982;p26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3" name="Google Shape;983;p26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4" name="Google Shape;984;p26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5" name="Google Shape;985;p26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6" name="Google Shape;986;p26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7" name="Google Shape;987;p26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8" name="Google Shape;988;p26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9" name="Google Shape;989;p26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0" name="Google Shape;990;p26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1" name="Google Shape;991;p26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2" name="Google Shape;992;p26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3" name="Google Shape;993;p26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1478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- Content - 2 Column A, no subtitle - Light">
  <p:cSld name="005 - Content - 2 Column A, no subtitle - Light">
    <p:bg>
      <p:bgPr>
        <a:solidFill>
          <a:schemeClr val="lt1"/>
        </a:solidFill>
        <a:effectLst/>
      </p:bgPr>
    </p:bg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30"/>
          <p:cNvSpPr txBox="1">
            <a:spLocks noGrp="1"/>
          </p:cNvSpPr>
          <p:nvPr>
            <p:ph type="body" idx="1"/>
          </p:nvPr>
        </p:nvSpPr>
        <p:spPr>
          <a:xfrm>
            <a:off x="902000" y="1932400"/>
            <a:ext cx="5194000" cy="4053600"/>
          </a:xfrm>
          <a:prstGeom prst="rect">
            <a:avLst/>
          </a:prstGeom>
        </p:spPr>
        <p:txBody>
          <a:bodyPr spcFirstLastPara="1" wrap="square" lIns="0" tIns="91425" rIns="228600" bIns="91425" anchor="t" anchorCtr="0">
            <a:noAutofit/>
          </a:bodyPr>
          <a:lstStyle>
            <a:lvl1pPr marL="609585" lvl="0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marL="1219170" lvl="1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2pPr>
            <a:lvl3pPr marL="1828754" lvl="2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118" name="Google Shape;1118;p30"/>
          <p:cNvSpPr txBox="1">
            <a:spLocks noGrp="1"/>
          </p:cNvSpPr>
          <p:nvPr>
            <p:ph type="body" idx="2"/>
          </p:nvPr>
        </p:nvSpPr>
        <p:spPr>
          <a:xfrm>
            <a:off x="6095900" y="1932400"/>
            <a:ext cx="5194000" cy="4053600"/>
          </a:xfrm>
          <a:prstGeom prst="rect">
            <a:avLst/>
          </a:prstGeom>
        </p:spPr>
        <p:txBody>
          <a:bodyPr spcFirstLastPara="1" wrap="square" lIns="0" tIns="91425" rIns="228600" bIns="91425" anchor="t" anchorCtr="0">
            <a:noAutofit/>
          </a:bodyPr>
          <a:lstStyle>
            <a:lvl1pPr marL="609585" lvl="0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marL="1219170" lvl="1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2pPr>
            <a:lvl3pPr marL="1828754" lvl="2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119" name="Google Shape;1119;p30"/>
          <p:cNvSpPr txBox="1">
            <a:spLocks noGrp="1"/>
          </p:cNvSpPr>
          <p:nvPr>
            <p:ph type="title"/>
          </p:nvPr>
        </p:nvSpPr>
        <p:spPr>
          <a:xfrm>
            <a:off x="902200" y="0"/>
            <a:ext cx="10387600" cy="17192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1120" name="Google Shape;1120;p30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21" name="Google Shape;1121;p30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1122" name="Google Shape;1122;p30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1123" name="Google Shape;1123;p30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1124" name="Google Shape;1124;p30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5" name="Google Shape;1125;p30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6" name="Google Shape;1126;p30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7" name="Google Shape;1127;p30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8" name="Google Shape;1128;p30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9" name="Google Shape;1129;p30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0" name="Google Shape;1130;p30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1" name="Google Shape;1131;p30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2" name="Google Shape;1132;p30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3" name="Google Shape;1133;p30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4" name="Google Shape;1134;p30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5" name="Google Shape;1135;p30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6" name="Google Shape;1136;p30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7" name="Google Shape;1137;p30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8" name="Google Shape;1138;p30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9" name="Google Shape;1139;p30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0" name="Google Shape;1140;p30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1" name="Google Shape;1141;p30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2" name="Google Shape;1142;p30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3" name="Google Shape;1143;p30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4" name="Google Shape;1144;p30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5" name="Google Shape;1145;p30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6" name="Google Shape;1146;p30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7" name="Google Shape;1147;p30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8" name="Google Shape;1148;p30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9" name="Google Shape;1149;p30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0" name="Google Shape;1150;p30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1" name="Google Shape;1151;p30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2" name="Google Shape;1152;p30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3" name="Google Shape;1153;p30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4" name="Google Shape;1154;p30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55" name="Google Shape;1155;p30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108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- Content - 3 Column - Light">
  <p:cSld name="005 - Content - 3 Column - Light">
    <p:bg>
      <p:bgPr>
        <a:solidFill>
          <a:schemeClr val="lt1"/>
        </a:solidFill>
        <a:effectLst/>
      </p:bgPr>
    </p:bg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34"/>
          <p:cNvSpPr txBox="1">
            <a:spLocks noGrp="1"/>
          </p:cNvSpPr>
          <p:nvPr>
            <p:ph type="body" idx="1"/>
          </p:nvPr>
        </p:nvSpPr>
        <p:spPr>
          <a:xfrm>
            <a:off x="902000" y="2359167"/>
            <a:ext cx="3462800" cy="3626800"/>
          </a:xfrm>
          <a:prstGeom prst="rect">
            <a:avLst/>
          </a:prstGeom>
        </p:spPr>
        <p:txBody>
          <a:bodyPr spcFirstLastPara="1" wrap="square" lIns="0" tIns="91425" rIns="228600" bIns="91425" anchor="t" anchorCtr="0">
            <a:noAutofit/>
          </a:bodyPr>
          <a:lstStyle>
            <a:lvl1pPr marL="609585" lvl="0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marL="1219170" lvl="1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2pPr>
            <a:lvl3pPr marL="1828754" lvl="2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286" name="Google Shape;1286;p34"/>
          <p:cNvSpPr txBox="1">
            <a:spLocks noGrp="1"/>
          </p:cNvSpPr>
          <p:nvPr>
            <p:ph type="body" idx="2"/>
          </p:nvPr>
        </p:nvSpPr>
        <p:spPr>
          <a:xfrm>
            <a:off x="4364800" y="2359167"/>
            <a:ext cx="3462800" cy="3626800"/>
          </a:xfrm>
          <a:prstGeom prst="rect">
            <a:avLst/>
          </a:prstGeom>
        </p:spPr>
        <p:txBody>
          <a:bodyPr spcFirstLastPara="1" wrap="square" lIns="0" tIns="91425" rIns="228600" bIns="91425" anchor="t" anchorCtr="0">
            <a:noAutofit/>
          </a:bodyPr>
          <a:lstStyle>
            <a:lvl1pPr marL="609585" lvl="0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marL="1219170" lvl="1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2pPr>
            <a:lvl3pPr marL="1828754" lvl="2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287" name="Google Shape;1287;p34"/>
          <p:cNvSpPr txBox="1">
            <a:spLocks noGrp="1"/>
          </p:cNvSpPr>
          <p:nvPr>
            <p:ph type="body" idx="3"/>
          </p:nvPr>
        </p:nvSpPr>
        <p:spPr>
          <a:xfrm>
            <a:off x="7827133" y="2359167"/>
            <a:ext cx="3462800" cy="3626800"/>
          </a:xfrm>
          <a:prstGeom prst="rect">
            <a:avLst/>
          </a:prstGeom>
        </p:spPr>
        <p:txBody>
          <a:bodyPr spcFirstLastPara="1" wrap="square" lIns="0" tIns="91425" rIns="228600" bIns="91425" anchor="t" anchorCtr="0">
            <a:noAutofit/>
          </a:bodyPr>
          <a:lstStyle>
            <a:lvl1pPr marL="609585" lvl="0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marL="1219170" lvl="1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2pPr>
            <a:lvl3pPr marL="1828754" lvl="2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288" name="Google Shape;1288;p34"/>
          <p:cNvSpPr txBox="1">
            <a:spLocks noGrp="1"/>
          </p:cNvSpPr>
          <p:nvPr>
            <p:ph type="subTitle" idx="4"/>
          </p:nvPr>
        </p:nvSpPr>
        <p:spPr>
          <a:xfrm>
            <a:off x="902200" y="1932400"/>
            <a:ext cx="10387600" cy="426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289" name="Google Shape;1289;p34"/>
          <p:cNvSpPr txBox="1">
            <a:spLocks noGrp="1"/>
          </p:cNvSpPr>
          <p:nvPr>
            <p:ph type="title"/>
          </p:nvPr>
        </p:nvSpPr>
        <p:spPr>
          <a:xfrm>
            <a:off x="902200" y="0"/>
            <a:ext cx="10387600" cy="17192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1290" name="Google Shape;1290;p34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91" name="Google Shape;1291;p34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1292" name="Google Shape;1292;p34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1293" name="Google Shape;1293;p34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1294" name="Google Shape;1294;p34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5" name="Google Shape;1295;p34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6" name="Google Shape;1296;p34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7" name="Google Shape;1297;p34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8" name="Google Shape;1298;p34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9" name="Google Shape;1299;p34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0" name="Google Shape;1300;p34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1" name="Google Shape;1301;p34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2" name="Google Shape;1302;p34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3" name="Google Shape;1303;p34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4" name="Google Shape;1304;p34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5" name="Google Shape;1305;p34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6" name="Google Shape;1306;p34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7" name="Google Shape;1307;p34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8" name="Google Shape;1308;p34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9" name="Google Shape;1309;p34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0" name="Google Shape;1310;p34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1" name="Google Shape;1311;p34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2" name="Google Shape;1312;p34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3" name="Google Shape;1313;p34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4" name="Google Shape;1314;p34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5" name="Google Shape;1315;p34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6" name="Google Shape;1316;p34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7" name="Google Shape;1317;p34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8" name="Google Shape;1318;p34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9" name="Google Shape;1319;p34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0" name="Google Shape;1320;p34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1" name="Google Shape;1321;p34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2" name="Google Shape;1322;p34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3" name="Google Shape;1323;p34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4" name="Google Shape;1324;p34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5" name="Google Shape;1325;p34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0489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- Content - 3 Column with Icon - Light">
  <p:cSld name="005 - Content - 3 Column with Icon - Light">
    <p:bg>
      <p:bgPr>
        <a:solidFill>
          <a:schemeClr val="lt1"/>
        </a:solidFill>
        <a:effectLst/>
      </p:bgPr>
    </p:bg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36"/>
          <p:cNvSpPr txBox="1">
            <a:spLocks noGrp="1"/>
          </p:cNvSpPr>
          <p:nvPr>
            <p:ph type="title"/>
          </p:nvPr>
        </p:nvSpPr>
        <p:spPr>
          <a:xfrm>
            <a:off x="902200" y="0"/>
            <a:ext cx="10387600" cy="17192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1369" name="Google Shape;1369;p36"/>
          <p:cNvSpPr txBox="1">
            <a:spLocks noGrp="1"/>
          </p:cNvSpPr>
          <p:nvPr>
            <p:ph type="body" idx="1"/>
          </p:nvPr>
        </p:nvSpPr>
        <p:spPr>
          <a:xfrm>
            <a:off x="902000" y="3429000"/>
            <a:ext cx="3462800" cy="2556800"/>
          </a:xfrm>
          <a:prstGeom prst="rect">
            <a:avLst/>
          </a:prstGeom>
        </p:spPr>
        <p:txBody>
          <a:bodyPr spcFirstLastPara="1" wrap="square" lIns="45700" tIns="0" rIns="45700" bIns="0" anchor="t" anchorCtr="0">
            <a:noAutofit/>
          </a:bodyPr>
          <a:lstStyle>
            <a:lvl1pPr marL="609585" lvl="0" indent="-40639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marL="1219170" lvl="1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2pPr>
            <a:lvl3pPr marL="1828754" lvl="2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 algn="ctr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70" name="Google Shape;1370;p36"/>
          <p:cNvSpPr txBox="1">
            <a:spLocks noGrp="1"/>
          </p:cNvSpPr>
          <p:nvPr>
            <p:ph type="body" idx="2"/>
          </p:nvPr>
        </p:nvSpPr>
        <p:spPr>
          <a:xfrm>
            <a:off x="4364800" y="3429000"/>
            <a:ext cx="3462800" cy="2556800"/>
          </a:xfrm>
          <a:prstGeom prst="rect">
            <a:avLst/>
          </a:prstGeom>
        </p:spPr>
        <p:txBody>
          <a:bodyPr spcFirstLastPara="1" wrap="square" lIns="45700" tIns="0" rIns="45700" bIns="0" anchor="t" anchorCtr="0">
            <a:noAutofit/>
          </a:bodyPr>
          <a:lstStyle>
            <a:lvl1pPr marL="609585" lvl="0" indent="-40639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marL="1219170" lvl="1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2pPr>
            <a:lvl3pPr marL="1828754" lvl="2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 algn="ctr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71" name="Google Shape;1371;p36"/>
          <p:cNvSpPr txBox="1">
            <a:spLocks noGrp="1"/>
          </p:cNvSpPr>
          <p:nvPr>
            <p:ph type="body" idx="3"/>
          </p:nvPr>
        </p:nvSpPr>
        <p:spPr>
          <a:xfrm>
            <a:off x="7827133" y="3429000"/>
            <a:ext cx="3462800" cy="2556800"/>
          </a:xfrm>
          <a:prstGeom prst="rect">
            <a:avLst/>
          </a:prstGeom>
        </p:spPr>
        <p:txBody>
          <a:bodyPr spcFirstLastPara="1" wrap="square" lIns="45700" tIns="0" rIns="45700" bIns="0" anchor="t" anchorCtr="0">
            <a:noAutofit/>
          </a:bodyPr>
          <a:lstStyle>
            <a:lvl1pPr marL="609585" lvl="0" indent="-40639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marL="1219170" lvl="1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2pPr>
            <a:lvl3pPr marL="1828754" lvl="2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 algn="ctr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 algn="ctr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72" name="Google Shape;1372;p36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373" name="Google Shape;1373;p36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1374" name="Google Shape;1374;p36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1375" name="Google Shape;1375;p36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1376" name="Google Shape;1376;p36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77" name="Google Shape;1377;p36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78" name="Google Shape;1378;p36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79" name="Google Shape;1379;p36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0" name="Google Shape;1380;p36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1" name="Google Shape;1381;p36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2" name="Google Shape;1382;p36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3" name="Google Shape;1383;p36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4" name="Google Shape;1384;p36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5" name="Google Shape;1385;p36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6" name="Google Shape;1386;p36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7" name="Google Shape;1387;p36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8" name="Google Shape;1388;p36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9" name="Google Shape;1389;p36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0" name="Google Shape;1390;p36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1" name="Google Shape;1391;p36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2" name="Google Shape;1392;p36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3" name="Google Shape;1393;p36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4" name="Google Shape;1394;p36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5" name="Google Shape;1395;p36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6" name="Google Shape;1396;p36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7" name="Google Shape;1397;p36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8" name="Google Shape;1398;p36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9" name="Google Shape;1399;p36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0" name="Google Shape;1400;p36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1" name="Google Shape;1401;p36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2" name="Google Shape;1402;p36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3" name="Google Shape;1403;p36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4" name="Google Shape;1404;p36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5" name="Google Shape;1405;p36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6" name="Google Shape;1406;p36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7" name="Google Shape;1407;p36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159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- Content - 6 Column - Light">
  <p:cSld name="005 - Content - 6 Column - Light">
    <p:bg>
      <p:bgPr>
        <a:solidFill>
          <a:schemeClr val="lt1"/>
        </a:solidFill>
        <a:effectLst/>
      </p:bgPr>
    </p:bg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40"/>
          <p:cNvSpPr txBox="1">
            <a:spLocks noGrp="1"/>
          </p:cNvSpPr>
          <p:nvPr>
            <p:ph type="body" idx="1"/>
          </p:nvPr>
        </p:nvSpPr>
        <p:spPr>
          <a:xfrm>
            <a:off x="6961723" y="2361333"/>
            <a:ext cx="4328000" cy="856400"/>
          </a:xfrm>
          <a:prstGeom prst="rect">
            <a:avLst/>
          </a:prstGeom>
        </p:spPr>
        <p:txBody>
          <a:bodyPr spcFirstLastPara="1" wrap="square" lIns="0" tIns="91425" rIns="228600" bIns="0" anchor="t" anchorCtr="0">
            <a:noAutofit/>
          </a:bodyPr>
          <a:lstStyle>
            <a:lvl1pPr marL="609585" lvl="0" indent="-3979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67"/>
            </a:lvl1pPr>
            <a:lvl2pPr marL="1219170" lvl="1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2pPr>
            <a:lvl3pPr marL="1828754" lvl="2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3pPr>
            <a:lvl4pPr marL="2438339" lvl="3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4pPr>
            <a:lvl5pPr marL="3047924" lvl="4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5pPr>
            <a:lvl6pPr marL="3657509" lvl="5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6pPr>
            <a:lvl7pPr marL="4267093" lvl="6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7pPr>
            <a:lvl8pPr marL="4876678" lvl="7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8pPr>
            <a:lvl9pPr marL="5486263" lvl="8" indent="-397923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SzPts val="1100"/>
              <a:buChar char="■"/>
              <a:defRPr sz="1467"/>
            </a:lvl9pPr>
          </a:lstStyle>
          <a:p>
            <a:endParaRPr/>
          </a:p>
        </p:txBody>
      </p:sp>
      <p:sp>
        <p:nvSpPr>
          <p:cNvPr id="1546" name="Google Shape;1546;p40"/>
          <p:cNvSpPr txBox="1">
            <a:spLocks noGrp="1"/>
          </p:cNvSpPr>
          <p:nvPr>
            <p:ph type="subTitle" idx="2"/>
          </p:nvPr>
        </p:nvSpPr>
        <p:spPr>
          <a:xfrm>
            <a:off x="6961700" y="1932433"/>
            <a:ext cx="4328000" cy="429600"/>
          </a:xfrm>
          <a:prstGeom prst="rect">
            <a:avLst/>
          </a:prstGeom>
        </p:spPr>
        <p:txBody>
          <a:bodyPr spcFirstLastPara="1" wrap="square" lIns="0" tIns="0" rIns="22860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9pPr>
          </a:lstStyle>
          <a:p>
            <a:endParaRPr/>
          </a:p>
        </p:txBody>
      </p:sp>
      <p:sp>
        <p:nvSpPr>
          <p:cNvPr id="1547" name="Google Shape;1547;p40"/>
          <p:cNvSpPr txBox="1">
            <a:spLocks noGrp="1"/>
          </p:cNvSpPr>
          <p:nvPr>
            <p:ph type="body" idx="3"/>
          </p:nvPr>
        </p:nvSpPr>
        <p:spPr>
          <a:xfrm>
            <a:off x="6961723" y="3644617"/>
            <a:ext cx="4328000" cy="856400"/>
          </a:xfrm>
          <a:prstGeom prst="rect">
            <a:avLst/>
          </a:prstGeom>
        </p:spPr>
        <p:txBody>
          <a:bodyPr spcFirstLastPara="1" wrap="square" lIns="0" tIns="91425" rIns="228600" bIns="0" anchor="t" anchorCtr="0">
            <a:noAutofit/>
          </a:bodyPr>
          <a:lstStyle>
            <a:lvl1pPr marL="609585" lvl="0" indent="-3979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67"/>
            </a:lvl1pPr>
            <a:lvl2pPr marL="1219170" lvl="1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2pPr>
            <a:lvl3pPr marL="1828754" lvl="2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3pPr>
            <a:lvl4pPr marL="2438339" lvl="3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4pPr>
            <a:lvl5pPr marL="3047924" lvl="4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5pPr>
            <a:lvl6pPr marL="3657509" lvl="5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6pPr>
            <a:lvl7pPr marL="4267093" lvl="6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7pPr>
            <a:lvl8pPr marL="4876678" lvl="7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8pPr>
            <a:lvl9pPr marL="5486263" lvl="8" indent="-397923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SzPts val="1100"/>
              <a:buChar char="■"/>
              <a:defRPr sz="1467"/>
            </a:lvl9pPr>
          </a:lstStyle>
          <a:p>
            <a:endParaRPr/>
          </a:p>
        </p:txBody>
      </p:sp>
      <p:sp>
        <p:nvSpPr>
          <p:cNvPr id="1548" name="Google Shape;1548;p40"/>
          <p:cNvSpPr txBox="1">
            <a:spLocks noGrp="1"/>
          </p:cNvSpPr>
          <p:nvPr>
            <p:ph type="subTitle" idx="4"/>
          </p:nvPr>
        </p:nvSpPr>
        <p:spPr>
          <a:xfrm>
            <a:off x="6961700" y="3214200"/>
            <a:ext cx="4328000" cy="429600"/>
          </a:xfrm>
          <a:prstGeom prst="rect">
            <a:avLst/>
          </a:prstGeom>
        </p:spPr>
        <p:txBody>
          <a:bodyPr spcFirstLastPara="1" wrap="square" lIns="0" tIns="0" rIns="22860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9pPr>
          </a:lstStyle>
          <a:p>
            <a:endParaRPr/>
          </a:p>
        </p:txBody>
      </p:sp>
      <p:sp>
        <p:nvSpPr>
          <p:cNvPr id="1549" name="Google Shape;1549;p40"/>
          <p:cNvSpPr txBox="1">
            <a:spLocks noGrp="1"/>
          </p:cNvSpPr>
          <p:nvPr>
            <p:ph type="body" idx="5"/>
          </p:nvPr>
        </p:nvSpPr>
        <p:spPr>
          <a:xfrm>
            <a:off x="6961723" y="4917067"/>
            <a:ext cx="4328000" cy="856400"/>
          </a:xfrm>
          <a:prstGeom prst="rect">
            <a:avLst/>
          </a:prstGeom>
        </p:spPr>
        <p:txBody>
          <a:bodyPr spcFirstLastPara="1" wrap="square" lIns="0" tIns="91425" rIns="228600" bIns="0" anchor="t" anchorCtr="0">
            <a:noAutofit/>
          </a:bodyPr>
          <a:lstStyle>
            <a:lvl1pPr marL="609585" lvl="0" indent="-3979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67"/>
            </a:lvl1pPr>
            <a:lvl2pPr marL="1219170" lvl="1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2pPr>
            <a:lvl3pPr marL="1828754" lvl="2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3pPr>
            <a:lvl4pPr marL="2438339" lvl="3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4pPr>
            <a:lvl5pPr marL="3047924" lvl="4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5pPr>
            <a:lvl6pPr marL="3657509" lvl="5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6pPr>
            <a:lvl7pPr marL="4267093" lvl="6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7pPr>
            <a:lvl8pPr marL="4876678" lvl="7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8pPr>
            <a:lvl9pPr marL="5486263" lvl="8" indent="-397923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SzPts val="1100"/>
              <a:buChar char="■"/>
              <a:defRPr sz="1467"/>
            </a:lvl9pPr>
          </a:lstStyle>
          <a:p>
            <a:endParaRPr/>
          </a:p>
        </p:txBody>
      </p:sp>
      <p:sp>
        <p:nvSpPr>
          <p:cNvPr id="1550" name="Google Shape;1550;p40"/>
          <p:cNvSpPr txBox="1">
            <a:spLocks noGrp="1"/>
          </p:cNvSpPr>
          <p:nvPr>
            <p:ph type="subTitle" idx="6"/>
          </p:nvPr>
        </p:nvSpPr>
        <p:spPr>
          <a:xfrm>
            <a:off x="6961700" y="4501867"/>
            <a:ext cx="4328000" cy="415200"/>
          </a:xfrm>
          <a:prstGeom prst="rect">
            <a:avLst/>
          </a:prstGeom>
        </p:spPr>
        <p:txBody>
          <a:bodyPr spcFirstLastPara="1" wrap="square" lIns="0" tIns="0" rIns="22860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9pPr>
          </a:lstStyle>
          <a:p>
            <a:endParaRPr/>
          </a:p>
        </p:txBody>
      </p:sp>
      <p:sp>
        <p:nvSpPr>
          <p:cNvPr id="1551" name="Google Shape;1551;p40"/>
          <p:cNvSpPr txBox="1">
            <a:spLocks noGrp="1"/>
          </p:cNvSpPr>
          <p:nvPr>
            <p:ph type="body" idx="7"/>
          </p:nvPr>
        </p:nvSpPr>
        <p:spPr>
          <a:xfrm>
            <a:off x="1767857" y="2361333"/>
            <a:ext cx="4328000" cy="856400"/>
          </a:xfrm>
          <a:prstGeom prst="rect">
            <a:avLst/>
          </a:prstGeom>
        </p:spPr>
        <p:txBody>
          <a:bodyPr spcFirstLastPara="1" wrap="square" lIns="0" tIns="91425" rIns="228600" bIns="0" anchor="t" anchorCtr="0">
            <a:noAutofit/>
          </a:bodyPr>
          <a:lstStyle>
            <a:lvl1pPr marL="609585" lvl="0" indent="-3979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67"/>
            </a:lvl1pPr>
            <a:lvl2pPr marL="1219170" lvl="1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2pPr>
            <a:lvl3pPr marL="1828754" lvl="2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3pPr>
            <a:lvl4pPr marL="2438339" lvl="3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4pPr>
            <a:lvl5pPr marL="3047924" lvl="4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5pPr>
            <a:lvl6pPr marL="3657509" lvl="5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6pPr>
            <a:lvl7pPr marL="4267093" lvl="6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7pPr>
            <a:lvl8pPr marL="4876678" lvl="7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8pPr>
            <a:lvl9pPr marL="5486263" lvl="8" indent="-397923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SzPts val="1100"/>
              <a:buChar char="■"/>
              <a:defRPr sz="1467"/>
            </a:lvl9pPr>
          </a:lstStyle>
          <a:p>
            <a:endParaRPr/>
          </a:p>
        </p:txBody>
      </p:sp>
      <p:sp>
        <p:nvSpPr>
          <p:cNvPr id="1552" name="Google Shape;1552;p40"/>
          <p:cNvSpPr txBox="1">
            <a:spLocks noGrp="1"/>
          </p:cNvSpPr>
          <p:nvPr>
            <p:ph type="subTitle" idx="8"/>
          </p:nvPr>
        </p:nvSpPr>
        <p:spPr>
          <a:xfrm>
            <a:off x="1767833" y="1932433"/>
            <a:ext cx="4328000" cy="429600"/>
          </a:xfrm>
          <a:prstGeom prst="rect">
            <a:avLst/>
          </a:prstGeom>
        </p:spPr>
        <p:txBody>
          <a:bodyPr spcFirstLastPara="1" wrap="square" lIns="0" tIns="0" rIns="22860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9pPr>
          </a:lstStyle>
          <a:p>
            <a:endParaRPr/>
          </a:p>
        </p:txBody>
      </p:sp>
      <p:sp>
        <p:nvSpPr>
          <p:cNvPr id="1553" name="Google Shape;1553;p40"/>
          <p:cNvSpPr txBox="1">
            <a:spLocks noGrp="1"/>
          </p:cNvSpPr>
          <p:nvPr>
            <p:ph type="body" idx="9"/>
          </p:nvPr>
        </p:nvSpPr>
        <p:spPr>
          <a:xfrm>
            <a:off x="1767857" y="3644617"/>
            <a:ext cx="4328000" cy="856400"/>
          </a:xfrm>
          <a:prstGeom prst="rect">
            <a:avLst/>
          </a:prstGeom>
        </p:spPr>
        <p:txBody>
          <a:bodyPr spcFirstLastPara="1" wrap="square" lIns="0" tIns="91425" rIns="228600" bIns="0" anchor="t" anchorCtr="0">
            <a:noAutofit/>
          </a:bodyPr>
          <a:lstStyle>
            <a:lvl1pPr marL="609585" lvl="0" indent="-3979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67"/>
            </a:lvl1pPr>
            <a:lvl2pPr marL="1219170" lvl="1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2pPr>
            <a:lvl3pPr marL="1828754" lvl="2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3pPr>
            <a:lvl4pPr marL="2438339" lvl="3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4pPr>
            <a:lvl5pPr marL="3047924" lvl="4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5pPr>
            <a:lvl6pPr marL="3657509" lvl="5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6pPr>
            <a:lvl7pPr marL="4267093" lvl="6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7pPr>
            <a:lvl8pPr marL="4876678" lvl="7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8pPr>
            <a:lvl9pPr marL="5486263" lvl="8" indent="-397923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SzPts val="1100"/>
              <a:buChar char="■"/>
              <a:defRPr sz="1467"/>
            </a:lvl9pPr>
          </a:lstStyle>
          <a:p>
            <a:endParaRPr/>
          </a:p>
        </p:txBody>
      </p:sp>
      <p:sp>
        <p:nvSpPr>
          <p:cNvPr id="1554" name="Google Shape;1554;p40"/>
          <p:cNvSpPr txBox="1">
            <a:spLocks noGrp="1"/>
          </p:cNvSpPr>
          <p:nvPr>
            <p:ph type="subTitle" idx="13"/>
          </p:nvPr>
        </p:nvSpPr>
        <p:spPr>
          <a:xfrm>
            <a:off x="1767833" y="3214200"/>
            <a:ext cx="4328000" cy="429600"/>
          </a:xfrm>
          <a:prstGeom prst="rect">
            <a:avLst/>
          </a:prstGeom>
        </p:spPr>
        <p:txBody>
          <a:bodyPr spcFirstLastPara="1" wrap="square" lIns="0" tIns="0" rIns="22860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9pPr>
          </a:lstStyle>
          <a:p>
            <a:endParaRPr/>
          </a:p>
        </p:txBody>
      </p:sp>
      <p:sp>
        <p:nvSpPr>
          <p:cNvPr id="1555" name="Google Shape;1555;p40"/>
          <p:cNvSpPr txBox="1">
            <a:spLocks noGrp="1"/>
          </p:cNvSpPr>
          <p:nvPr>
            <p:ph type="body" idx="14"/>
          </p:nvPr>
        </p:nvSpPr>
        <p:spPr>
          <a:xfrm>
            <a:off x="1767857" y="4917067"/>
            <a:ext cx="4328000" cy="856400"/>
          </a:xfrm>
          <a:prstGeom prst="rect">
            <a:avLst/>
          </a:prstGeom>
        </p:spPr>
        <p:txBody>
          <a:bodyPr spcFirstLastPara="1" wrap="square" lIns="0" tIns="91425" rIns="228600" bIns="0" anchor="t" anchorCtr="0">
            <a:noAutofit/>
          </a:bodyPr>
          <a:lstStyle>
            <a:lvl1pPr marL="609585" lvl="0" indent="-3979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67"/>
            </a:lvl1pPr>
            <a:lvl2pPr marL="1219170" lvl="1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2pPr>
            <a:lvl3pPr marL="1828754" lvl="2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3pPr>
            <a:lvl4pPr marL="2438339" lvl="3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4pPr>
            <a:lvl5pPr marL="3047924" lvl="4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5pPr>
            <a:lvl6pPr marL="3657509" lvl="5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■"/>
              <a:defRPr sz="1467"/>
            </a:lvl6pPr>
            <a:lvl7pPr marL="4267093" lvl="6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●"/>
              <a:defRPr sz="1467"/>
            </a:lvl7pPr>
            <a:lvl8pPr marL="4876678" lvl="7" indent="-397923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100"/>
              <a:buChar char="○"/>
              <a:defRPr sz="1467"/>
            </a:lvl8pPr>
            <a:lvl9pPr marL="5486263" lvl="8" indent="-397923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SzPts val="1100"/>
              <a:buChar char="■"/>
              <a:defRPr sz="1467"/>
            </a:lvl9pPr>
          </a:lstStyle>
          <a:p>
            <a:endParaRPr/>
          </a:p>
        </p:txBody>
      </p:sp>
      <p:sp>
        <p:nvSpPr>
          <p:cNvPr id="1556" name="Google Shape;1556;p40"/>
          <p:cNvSpPr txBox="1">
            <a:spLocks noGrp="1"/>
          </p:cNvSpPr>
          <p:nvPr>
            <p:ph type="subTitle" idx="15"/>
          </p:nvPr>
        </p:nvSpPr>
        <p:spPr>
          <a:xfrm>
            <a:off x="1767833" y="4501867"/>
            <a:ext cx="4328000" cy="415200"/>
          </a:xfrm>
          <a:prstGeom prst="rect">
            <a:avLst/>
          </a:prstGeom>
        </p:spPr>
        <p:txBody>
          <a:bodyPr spcFirstLastPara="1" wrap="square" lIns="0" tIns="0" rIns="22860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/>
            </a:lvl9pPr>
          </a:lstStyle>
          <a:p>
            <a:endParaRPr/>
          </a:p>
        </p:txBody>
      </p:sp>
      <p:sp>
        <p:nvSpPr>
          <p:cNvPr id="1557" name="Google Shape;1557;p40"/>
          <p:cNvSpPr txBox="1">
            <a:spLocks noGrp="1"/>
          </p:cNvSpPr>
          <p:nvPr>
            <p:ph type="title"/>
          </p:nvPr>
        </p:nvSpPr>
        <p:spPr>
          <a:xfrm>
            <a:off x="902200" y="0"/>
            <a:ext cx="10387600" cy="17192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1558" name="Google Shape;1558;p40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59" name="Google Shape;1559;p40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1560" name="Google Shape;1560;p40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1561" name="Google Shape;1561;p40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1562" name="Google Shape;1562;p40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3" name="Google Shape;1563;p40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4" name="Google Shape;1564;p40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5" name="Google Shape;1565;p40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6" name="Google Shape;1566;p40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7" name="Google Shape;1567;p40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8" name="Google Shape;1568;p40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9" name="Google Shape;1569;p40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0" name="Google Shape;1570;p40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1" name="Google Shape;1571;p40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2" name="Google Shape;1572;p40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3" name="Google Shape;1573;p40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4" name="Google Shape;1574;p40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5" name="Google Shape;1575;p40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6" name="Google Shape;1576;p40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7" name="Google Shape;1577;p40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8" name="Google Shape;1578;p40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9" name="Google Shape;1579;p40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0" name="Google Shape;1580;p40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1" name="Google Shape;1581;p40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2" name="Google Shape;1582;p40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3" name="Google Shape;1583;p40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4" name="Google Shape;1584;p40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5" name="Google Shape;1585;p40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6" name="Google Shape;1586;p40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7" name="Google Shape;1587;p40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8" name="Google Shape;1588;p40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9" name="Google Shape;1589;p40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0" name="Google Shape;1590;p40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1" name="Google Shape;1591;p40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2" name="Google Shape;1592;p40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3" name="Google Shape;1593;p40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124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- Content - Big Numbers - Light">
  <p:cSld name="005 - Content - Big Numbers - Lig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42"/>
          <p:cNvSpPr txBox="1">
            <a:spLocks noGrp="1"/>
          </p:cNvSpPr>
          <p:nvPr>
            <p:ph type="subTitle" idx="1"/>
          </p:nvPr>
        </p:nvSpPr>
        <p:spPr>
          <a:xfrm>
            <a:off x="902200" y="4267000"/>
            <a:ext cx="10387200" cy="865600"/>
          </a:xfrm>
          <a:prstGeom prst="rect">
            <a:avLst/>
          </a:prstGeom>
          <a:noFill/>
        </p:spPr>
        <p:txBody>
          <a:bodyPr spcFirstLastPara="1" wrap="square" lIns="320025" tIns="0" rIns="320025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637" name="Google Shape;1637;p42"/>
          <p:cNvSpPr txBox="1">
            <a:spLocks noGrp="1"/>
          </p:cNvSpPr>
          <p:nvPr>
            <p:ph type="title" hasCustomPrompt="1"/>
          </p:nvPr>
        </p:nvSpPr>
        <p:spPr>
          <a:xfrm>
            <a:off x="902200" y="1717233"/>
            <a:ext cx="10387200" cy="2563600"/>
          </a:xfrm>
          <a:prstGeom prst="rect">
            <a:avLst/>
          </a:prstGeom>
          <a:noFill/>
        </p:spPr>
        <p:txBody>
          <a:bodyPr spcFirstLastPara="1" wrap="square" lIns="0" tIns="64920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638" name="Google Shape;1638;p42"/>
          <p:cNvSpPr txBox="1">
            <a:spLocks noGrp="1"/>
          </p:cNvSpPr>
          <p:nvPr>
            <p:ph type="title" idx="2"/>
          </p:nvPr>
        </p:nvSpPr>
        <p:spPr>
          <a:xfrm>
            <a:off x="902200" y="0"/>
            <a:ext cx="10387600" cy="17192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1639" name="Google Shape;1639;p42"/>
          <p:cNvSpPr txBox="1">
            <a:spLocks noGrp="1"/>
          </p:cNvSpPr>
          <p:nvPr>
            <p:ph type="subTitle" idx="3"/>
          </p:nvPr>
        </p:nvSpPr>
        <p:spPr>
          <a:xfrm>
            <a:off x="902200" y="1932400"/>
            <a:ext cx="10387600" cy="426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640" name="Google Shape;1640;p42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641" name="Google Shape;1641;p42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1642" name="Google Shape;1642;p42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1643" name="Google Shape;1643;p42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1644" name="Google Shape;1644;p42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5" name="Google Shape;1645;p42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6" name="Google Shape;1646;p42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7" name="Google Shape;1647;p42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8" name="Google Shape;1648;p42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9" name="Google Shape;1649;p42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0" name="Google Shape;1650;p42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1" name="Google Shape;1651;p42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2" name="Google Shape;1652;p42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3" name="Google Shape;1653;p42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4" name="Google Shape;1654;p42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5" name="Google Shape;1655;p42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6" name="Google Shape;1656;p42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7" name="Google Shape;1657;p42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8" name="Google Shape;1658;p42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9" name="Google Shape;1659;p42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0" name="Google Shape;1660;p42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1" name="Google Shape;1661;p42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2" name="Google Shape;1662;p42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3" name="Google Shape;1663;p42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4" name="Google Shape;1664;p42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5" name="Google Shape;1665;p42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6" name="Google Shape;1666;p42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7" name="Google Shape;1667;p42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8" name="Google Shape;1668;p42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9" name="Google Shape;1669;p42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0" name="Google Shape;1670;p42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1" name="Google Shape;1671;p42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2" name="Google Shape;1672;p42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3" name="Google Shape;1673;p42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4" name="Google Shape;1674;p42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5" name="Google Shape;1675;p42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774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- Device - A 1 - Light">
  <p:cSld name="007 - Device - A 1 - Light">
    <p:bg>
      <p:bgPr>
        <a:solidFill>
          <a:schemeClr val="lt1"/>
        </a:solidFill>
        <a:effectLst/>
      </p:bgPr>
    </p:bg>
    <p:spTree>
      <p:nvGrpSpPr>
        <p:cNvPr id="1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5" name="Google Shape;2435;p62"/>
          <p:cNvPicPr preferRelativeResize="0"/>
          <p:nvPr/>
        </p:nvPicPr>
        <p:blipFill rotWithShape="1">
          <a:blip r:embed="rId2">
            <a:alphaModFix/>
          </a:blip>
          <a:srcRect b="6103"/>
          <a:stretch/>
        </p:blipFill>
        <p:spPr>
          <a:xfrm>
            <a:off x="902200" y="2145394"/>
            <a:ext cx="10387600" cy="5992367"/>
          </a:xfrm>
          <a:prstGeom prst="rect">
            <a:avLst/>
          </a:prstGeom>
          <a:noFill/>
          <a:ln>
            <a:noFill/>
          </a:ln>
        </p:spPr>
      </p:pic>
      <p:sp>
        <p:nvSpPr>
          <p:cNvPr id="2436" name="Google Shape;2436;p62"/>
          <p:cNvSpPr>
            <a:spLocks noGrp="1"/>
          </p:cNvSpPr>
          <p:nvPr>
            <p:ph type="pic" idx="2"/>
          </p:nvPr>
        </p:nvSpPr>
        <p:spPr>
          <a:xfrm>
            <a:off x="902200" y="2535433"/>
            <a:ext cx="10387600" cy="4322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7" name="Google Shape;2437;p62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8" name="Google Shape;2438;p62"/>
          <p:cNvSpPr txBox="1">
            <a:spLocks noGrp="1"/>
          </p:cNvSpPr>
          <p:nvPr>
            <p:ph type="title"/>
          </p:nvPr>
        </p:nvSpPr>
        <p:spPr>
          <a:xfrm>
            <a:off x="902200" y="0"/>
            <a:ext cx="10387600" cy="17192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grpSp>
        <p:nvGrpSpPr>
          <p:cNvPr id="2439" name="Google Shape;2439;p62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2440" name="Google Shape;2440;p62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2441" name="Google Shape;2441;p62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2442" name="Google Shape;2442;p62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3" name="Google Shape;2443;p62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4" name="Google Shape;2444;p62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5" name="Google Shape;2445;p62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6" name="Google Shape;2446;p62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7" name="Google Shape;2447;p62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8" name="Google Shape;2448;p62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9" name="Google Shape;2449;p62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0" name="Google Shape;2450;p62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1" name="Google Shape;2451;p62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2" name="Google Shape;2452;p62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3" name="Google Shape;2453;p62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4" name="Google Shape;2454;p62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5" name="Google Shape;2455;p62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6" name="Google Shape;2456;p62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7" name="Google Shape;2457;p62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8" name="Google Shape;2458;p62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9" name="Google Shape;2459;p62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0" name="Google Shape;2460;p62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1" name="Google Shape;2461;p62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2" name="Google Shape;2462;p62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3" name="Google Shape;2463;p62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4" name="Google Shape;2464;p62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5" name="Google Shape;2465;p62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6" name="Google Shape;2466;p62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7" name="Google Shape;2467;p62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8" name="Google Shape;2468;p62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9" name="Google Shape;2469;p62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0" name="Google Shape;2470;p62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1" name="Google Shape;2471;p62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2" name="Google Shape;2472;p62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3" name="Google Shape;2473;p62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6127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- Device - B - Light">
  <p:cSld name="007 - Device - B - Light">
    <p:bg>
      <p:bgPr>
        <a:solidFill>
          <a:schemeClr val="lt1"/>
        </a:solidFill>
        <a:effectLst/>
      </p:bgPr>
    </p:bg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1" name="Google Shape;2521;p64"/>
          <p:cNvGrpSpPr/>
          <p:nvPr/>
        </p:nvGrpSpPr>
        <p:grpSpPr>
          <a:xfrm>
            <a:off x="5566605" y="2278720"/>
            <a:ext cx="6258753" cy="3666928"/>
            <a:chOff x="1177450" y="241631"/>
            <a:chExt cx="6173152" cy="3616776"/>
          </a:xfrm>
        </p:grpSpPr>
        <p:sp>
          <p:nvSpPr>
            <p:cNvPr id="2522" name="Google Shape;2522;p64"/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91919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3" name="Google Shape;2523;p64"/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4" name="Google Shape;2524;p64"/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5" name="Google Shape;2525;p64"/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6" name="Google Shape;2526;p64"/>
          <p:cNvSpPr/>
          <p:nvPr/>
        </p:nvSpPr>
        <p:spPr>
          <a:xfrm>
            <a:off x="6273761" y="2479736"/>
            <a:ext cx="4860000" cy="3089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27" name="Google Shape;2527;p64"/>
          <p:cNvSpPr txBox="1">
            <a:spLocks noGrp="1"/>
          </p:cNvSpPr>
          <p:nvPr>
            <p:ph type="title"/>
          </p:nvPr>
        </p:nvSpPr>
        <p:spPr>
          <a:xfrm>
            <a:off x="902200" y="865633"/>
            <a:ext cx="5193600" cy="17068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2528" name="Google Shape;2528;p64"/>
          <p:cNvSpPr txBox="1">
            <a:spLocks noGrp="1"/>
          </p:cNvSpPr>
          <p:nvPr>
            <p:ph type="subTitle" idx="1"/>
          </p:nvPr>
        </p:nvSpPr>
        <p:spPr>
          <a:xfrm>
            <a:off x="902200" y="2798033"/>
            <a:ext cx="5193600" cy="426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529" name="Google Shape;2529;p64"/>
          <p:cNvSpPr>
            <a:spLocks noGrp="1"/>
          </p:cNvSpPr>
          <p:nvPr>
            <p:ph type="pic" idx="2"/>
          </p:nvPr>
        </p:nvSpPr>
        <p:spPr>
          <a:xfrm>
            <a:off x="6273767" y="2479733"/>
            <a:ext cx="4860000" cy="3089600"/>
          </a:xfrm>
          <a:prstGeom prst="rect">
            <a:avLst/>
          </a:prstGeom>
          <a:noFill/>
          <a:ln>
            <a:noFill/>
          </a:ln>
        </p:spPr>
      </p:sp>
      <p:sp>
        <p:nvSpPr>
          <p:cNvPr id="2530" name="Google Shape;2530;p64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531" name="Google Shape;2531;p64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2532" name="Google Shape;2532;p64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2533" name="Google Shape;2533;p64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2534" name="Google Shape;2534;p64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5" name="Google Shape;2535;p64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6" name="Google Shape;2536;p64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7" name="Google Shape;2537;p64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8" name="Google Shape;2538;p64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9" name="Google Shape;2539;p64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0" name="Google Shape;2540;p64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1" name="Google Shape;2541;p64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2" name="Google Shape;2542;p64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3" name="Google Shape;2543;p64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4" name="Google Shape;2544;p64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5" name="Google Shape;2545;p64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6" name="Google Shape;2546;p64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7" name="Google Shape;2547;p64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8" name="Google Shape;2548;p64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9" name="Google Shape;2549;p64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0" name="Google Shape;2550;p64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1" name="Google Shape;2551;p64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2" name="Google Shape;2552;p64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3" name="Google Shape;2553;p64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4" name="Google Shape;2554;p64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5" name="Google Shape;2555;p64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6" name="Google Shape;2556;p64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7" name="Google Shape;2557;p64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8" name="Google Shape;2558;p64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9" name="Google Shape;2559;p64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0" name="Google Shape;2560;p64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1" name="Google Shape;2561;p64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2" name="Google Shape;2562;p64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3" name="Google Shape;2563;p64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4" name="Google Shape;2564;p64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5" name="Google Shape;2565;p64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1818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- Device - C - Light">
  <p:cSld name="007 - Device - C - Light">
    <p:bg>
      <p:bgPr>
        <a:solidFill>
          <a:schemeClr val="lt1"/>
        </a:solidFill>
        <a:effectLst/>
      </p:bgPr>
    </p:bg>
    <p:spTree>
      <p:nvGrpSpPr>
        <p:cNvPr id="1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3" name="Google Shape;2613;p66"/>
          <p:cNvGrpSpPr/>
          <p:nvPr/>
        </p:nvGrpSpPr>
        <p:grpSpPr>
          <a:xfrm>
            <a:off x="6961636" y="621279"/>
            <a:ext cx="3648547" cy="5629911"/>
            <a:chOff x="2112475" y="238125"/>
            <a:chExt cx="3395050" cy="5238750"/>
          </a:xfrm>
        </p:grpSpPr>
        <p:sp>
          <p:nvSpPr>
            <p:cNvPr id="2614" name="Google Shape;2614;p66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91919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5" name="Google Shape;2615;p66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rgbClr val="B7B9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6" name="Google Shape;2616;p66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B7B9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7" name="Google Shape;2617;p66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B7B9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18" name="Google Shape;2618;p66"/>
          <p:cNvSpPr/>
          <p:nvPr/>
        </p:nvSpPr>
        <p:spPr>
          <a:xfrm>
            <a:off x="7054333" y="1126200"/>
            <a:ext cx="3470000" cy="4614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19" name="Google Shape;2619;p66"/>
          <p:cNvSpPr txBox="1">
            <a:spLocks noGrp="1"/>
          </p:cNvSpPr>
          <p:nvPr>
            <p:ph type="subTitle" idx="1"/>
          </p:nvPr>
        </p:nvSpPr>
        <p:spPr>
          <a:xfrm>
            <a:off x="902200" y="2798033"/>
            <a:ext cx="5193600" cy="426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620" name="Google Shape;2620;p66"/>
          <p:cNvSpPr txBox="1">
            <a:spLocks noGrp="1"/>
          </p:cNvSpPr>
          <p:nvPr>
            <p:ph type="title"/>
          </p:nvPr>
        </p:nvSpPr>
        <p:spPr>
          <a:xfrm>
            <a:off x="902200" y="865633"/>
            <a:ext cx="5193600" cy="17068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2621" name="Google Shape;2621;p66"/>
          <p:cNvSpPr>
            <a:spLocks noGrp="1"/>
          </p:cNvSpPr>
          <p:nvPr>
            <p:ph type="pic" idx="2"/>
          </p:nvPr>
        </p:nvSpPr>
        <p:spPr>
          <a:xfrm>
            <a:off x="7054333" y="1126200"/>
            <a:ext cx="3470000" cy="46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22" name="Google Shape;2622;p66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623" name="Google Shape;2623;p66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2624" name="Google Shape;2624;p66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2625" name="Google Shape;2625;p66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2626" name="Google Shape;2626;p66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7" name="Google Shape;2627;p66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8" name="Google Shape;2628;p66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9" name="Google Shape;2629;p66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0" name="Google Shape;2630;p66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1" name="Google Shape;2631;p66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2" name="Google Shape;2632;p66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3" name="Google Shape;2633;p66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4" name="Google Shape;2634;p66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5" name="Google Shape;2635;p66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6" name="Google Shape;2636;p66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7" name="Google Shape;2637;p66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8" name="Google Shape;2638;p66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9" name="Google Shape;2639;p66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0" name="Google Shape;2640;p66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1" name="Google Shape;2641;p66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2" name="Google Shape;2642;p66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3" name="Google Shape;2643;p66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4" name="Google Shape;2644;p66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5" name="Google Shape;2645;p66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6" name="Google Shape;2646;p66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7" name="Google Shape;2647;p66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8" name="Google Shape;2648;p66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9" name="Google Shape;2649;p66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0" name="Google Shape;2650;p66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1" name="Google Shape;2651;p66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2" name="Google Shape;2652;p66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3" name="Google Shape;2653;p66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4" name="Google Shape;2654;p66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5" name="Google Shape;2655;p66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6" name="Google Shape;2656;p66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7" name="Google Shape;2657;p66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6782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- Device - D - Light">
  <p:cSld name="007 - Device - D - Light">
    <p:bg>
      <p:bgPr>
        <a:solidFill>
          <a:schemeClr val="lt1"/>
        </a:solidFill>
        <a:effectLst/>
      </p:bgPr>
    </p:bg>
    <p:spTree>
      <p:nvGrpSpPr>
        <p:cNvPr id="1" name="Shape 2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5" name="Google Shape;2705;p68"/>
          <p:cNvGrpSpPr/>
          <p:nvPr/>
        </p:nvGrpSpPr>
        <p:grpSpPr>
          <a:xfrm>
            <a:off x="6961634" y="498097"/>
            <a:ext cx="2826061" cy="5861812"/>
            <a:chOff x="2547150" y="238125"/>
            <a:chExt cx="2525675" cy="5238750"/>
          </a:xfrm>
        </p:grpSpPr>
        <p:sp>
          <p:nvSpPr>
            <p:cNvPr id="2706" name="Google Shape;2706;p68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91919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7" name="Google Shape;2707;p68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rgbClr val="B7B9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8" name="Google Shape;2708;p68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B7B9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9" name="Google Shape;2709;p68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rgbClr val="B7B9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10" name="Google Shape;2710;p68"/>
          <p:cNvSpPr/>
          <p:nvPr/>
        </p:nvSpPr>
        <p:spPr>
          <a:xfrm>
            <a:off x="7027667" y="1025500"/>
            <a:ext cx="2692000" cy="4798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11" name="Google Shape;2711;p68"/>
          <p:cNvSpPr txBox="1">
            <a:spLocks noGrp="1"/>
          </p:cNvSpPr>
          <p:nvPr>
            <p:ph type="subTitle" idx="1"/>
          </p:nvPr>
        </p:nvSpPr>
        <p:spPr>
          <a:xfrm>
            <a:off x="902200" y="2798033"/>
            <a:ext cx="5193600" cy="426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712" name="Google Shape;2712;p68"/>
          <p:cNvSpPr txBox="1">
            <a:spLocks noGrp="1"/>
          </p:cNvSpPr>
          <p:nvPr>
            <p:ph type="title"/>
          </p:nvPr>
        </p:nvSpPr>
        <p:spPr>
          <a:xfrm>
            <a:off x="902200" y="865633"/>
            <a:ext cx="5193600" cy="17068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2713" name="Google Shape;2713;p68"/>
          <p:cNvSpPr>
            <a:spLocks noGrp="1"/>
          </p:cNvSpPr>
          <p:nvPr>
            <p:ph type="pic" idx="2"/>
          </p:nvPr>
        </p:nvSpPr>
        <p:spPr>
          <a:xfrm>
            <a:off x="7027667" y="1025500"/>
            <a:ext cx="2692000" cy="4798000"/>
          </a:xfrm>
          <a:prstGeom prst="rect">
            <a:avLst/>
          </a:prstGeom>
          <a:noFill/>
          <a:ln>
            <a:noFill/>
          </a:ln>
        </p:spPr>
      </p:sp>
      <p:sp>
        <p:nvSpPr>
          <p:cNvPr id="2714" name="Google Shape;2714;p68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715" name="Google Shape;2715;p68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2716" name="Google Shape;2716;p68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2717" name="Google Shape;2717;p68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2718" name="Google Shape;2718;p68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9" name="Google Shape;2719;p68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0" name="Google Shape;2720;p68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1" name="Google Shape;2721;p68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2" name="Google Shape;2722;p68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3" name="Google Shape;2723;p68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4" name="Google Shape;2724;p68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5" name="Google Shape;2725;p68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6" name="Google Shape;2726;p68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7" name="Google Shape;2727;p68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8" name="Google Shape;2728;p68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9" name="Google Shape;2729;p68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0" name="Google Shape;2730;p68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1" name="Google Shape;2731;p68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2" name="Google Shape;2732;p68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3" name="Google Shape;2733;p68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4" name="Google Shape;2734;p68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5" name="Google Shape;2735;p68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6" name="Google Shape;2736;p68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7" name="Google Shape;2737;p68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8" name="Google Shape;2738;p68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9" name="Google Shape;2739;p68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0" name="Google Shape;2740;p68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1" name="Google Shape;2741;p68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2" name="Google Shape;2742;p68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3" name="Google Shape;2743;p68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4" name="Google Shape;2744;p68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5" name="Google Shape;2745;p68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6" name="Google Shape;2746;p68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7" name="Google Shape;2747;p68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8" name="Google Shape;2748;p68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9" name="Google Shape;2749;p68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7993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0 - Empty Slide - Light">
  <p:cSld name="010 - Empty Slide - Light">
    <p:bg>
      <p:bgPr>
        <a:solidFill>
          <a:schemeClr val="lt1"/>
        </a:solidFill>
        <a:effectLst/>
      </p:bgPr>
    </p:bg>
    <p:spTree>
      <p:nvGrpSpPr>
        <p:cNvPr id="1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81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341" name="Google Shape;4341;p81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4342" name="Google Shape;4342;p81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4343" name="Google Shape;4343;p81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4344" name="Google Shape;4344;p81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45" name="Google Shape;4345;p81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46" name="Google Shape;4346;p81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47" name="Google Shape;4347;p81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48" name="Google Shape;4348;p81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49" name="Google Shape;4349;p81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0" name="Google Shape;4350;p81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1" name="Google Shape;4351;p81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2" name="Google Shape;4352;p81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3" name="Google Shape;4353;p81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4" name="Google Shape;4354;p81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5" name="Google Shape;4355;p81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6" name="Google Shape;4356;p81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7" name="Google Shape;4357;p81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8" name="Google Shape;4358;p81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9" name="Google Shape;4359;p81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0" name="Google Shape;4360;p81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1" name="Google Shape;4361;p81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2" name="Google Shape;4362;p81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3" name="Google Shape;4363;p81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4" name="Google Shape;4364;p81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5" name="Google Shape;4365;p81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6" name="Google Shape;4366;p81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7" name="Google Shape;4367;p81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8" name="Google Shape;4368;p81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9" name="Google Shape;4369;p81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70" name="Google Shape;4370;p81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71" name="Google Shape;4371;p81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72" name="Google Shape;4372;p81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73" name="Google Shape;4373;p81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74" name="Google Shape;4374;p81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75" name="Google Shape;4375;p81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79290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0 - Empty Slide - Light">
  <p:cSld name="1_010 - Empty Slide - Light">
    <p:bg>
      <p:bgPr>
        <a:solidFill>
          <a:schemeClr val="lt1"/>
        </a:solidFill>
        <a:effectLst/>
      </p:bgPr>
    </p:bg>
    <p:spTree>
      <p:nvGrpSpPr>
        <p:cNvPr id="1" name="Shape 4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7" name="Google Shape;4377;p82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378" name="Google Shape;4378;p82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4379" name="Google Shape;4379;p82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4380" name="Google Shape;4380;p82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4381" name="Google Shape;4381;p82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82" name="Google Shape;4382;p82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83" name="Google Shape;4383;p82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84" name="Google Shape;4384;p82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85" name="Google Shape;4385;p82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86" name="Google Shape;4386;p82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87" name="Google Shape;4387;p82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88" name="Google Shape;4388;p82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89" name="Google Shape;4389;p82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0" name="Google Shape;4390;p82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1" name="Google Shape;4391;p82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2" name="Google Shape;4392;p82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3" name="Google Shape;4393;p82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4" name="Google Shape;4394;p82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5" name="Google Shape;4395;p82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6" name="Google Shape;4396;p82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7" name="Google Shape;4397;p82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8" name="Google Shape;4398;p82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9" name="Google Shape;4399;p82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0" name="Google Shape;4400;p82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1" name="Google Shape;4401;p82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2" name="Google Shape;4402;p82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3" name="Google Shape;4403;p82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4" name="Google Shape;4404;p82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5" name="Google Shape;4405;p82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6" name="Google Shape;4406;p82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7" name="Google Shape;4407;p82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8" name="Google Shape;4408;p82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9" name="Google Shape;4409;p82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10" name="Google Shape;4410;p82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11" name="Google Shape;4411;p82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12" name="Google Shape;4412;p82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9254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9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9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501670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-22781"/>
            <a:ext cx="4480560" cy="326213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467790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759574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- Content - 4 Column - Light" userDrawn="1">
  <p:cSld name="005 - Content - 4 Column - Light">
    <p:bg>
      <p:bgPr>
        <a:solidFill>
          <a:schemeClr val="lt1"/>
        </a:solidFill>
        <a:effectLst/>
      </p:bgPr>
    </p:bg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8"/>
          <p:cNvSpPr txBox="1">
            <a:spLocks noGrp="1"/>
          </p:cNvSpPr>
          <p:nvPr>
            <p:ph type="subTitle" idx="1"/>
          </p:nvPr>
        </p:nvSpPr>
        <p:spPr>
          <a:xfrm>
            <a:off x="902200" y="1932400"/>
            <a:ext cx="10387600" cy="426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456" name="Google Shape;1456;p38"/>
          <p:cNvSpPr txBox="1">
            <a:spLocks noGrp="1"/>
          </p:cNvSpPr>
          <p:nvPr>
            <p:ph type="title"/>
          </p:nvPr>
        </p:nvSpPr>
        <p:spPr>
          <a:xfrm>
            <a:off x="902200" y="0"/>
            <a:ext cx="10387600" cy="1719200"/>
          </a:xfrm>
          <a:prstGeom prst="rect">
            <a:avLst/>
          </a:prstGeom>
          <a:noFill/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 ExtraBold"/>
              <a:buNone/>
              <a:defRPr sz="48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1457" name="Google Shape;1457;p38"/>
          <p:cNvSpPr txBox="1"/>
          <p:nvPr/>
        </p:nvSpPr>
        <p:spPr>
          <a:xfrm>
            <a:off x="0" y="6626267"/>
            <a:ext cx="469200" cy="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459" name="Google Shape;1459;p38"/>
          <p:cNvGrpSpPr/>
          <p:nvPr/>
        </p:nvGrpSpPr>
        <p:grpSpPr>
          <a:xfrm>
            <a:off x="11289699" y="-357"/>
            <a:ext cx="439200" cy="439200"/>
            <a:chOff x="8467274" y="-268"/>
            <a:chExt cx="329400" cy="329400"/>
          </a:xfrm>
        </p:grpSpPr>
        <p:sp>
          <p:nvSpPr>
            <p:cNvPr id="1460" name="Google Shape;1460;p38"/>
            <p:cNvSpPr/>
            <p:nvPr/>
          </p:nvSpPr>
          <p:spPr>
            <a:xfrm>
              <a:off x="8467274" y="-268"/>
              <a:ext cx="329400" cy="329400"/>
            </a:xfrm>
            <a:prstGeom prst="rect">
              <a:avLst/>
            </a:prstGeom>
            <a:solidFill>
              <a:srgbClr val="006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</a:endParaRPr>
            </a:p>
          </p:txBody>
        </p:sp>
        <p:grpSp>
          <p:nvGrpSpPr>
            <p:cNvPr id="1461" name="Google Shape;1461;p38"/>
            <p:cNvGrpSpPr/>
            <p:nvPr/>
          </p:nvGrpSpPr>
          <p:grpSpPr>
            <a:xfrm>
              <a:off x="8546153" y="63898"/>
              <a:ext cx="191009" cy="201168"/>
              <a:chOff x="1379850" y="238125"/>
              <a:chExt cx="4860275" cy="5238750"/>
            </a:xfrm>
          </p:grpSpPr>
          <p:sp>
            <p:nvSpPr>
              <p:cNvPr id="1462" name="Google Shape;1462;p38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extrusionOk="0">
                    <a:moveTo>
                      <a:pt x="14210" y="9097"/>
                    </a:moveTo>
                    <a:lnTo>
                      <a:pt x="15139" y="9163"/>
                    </a:lnTo>
                    <a:lnTo>
                      <a:pt x="16002" y="9296"/>
                    </a:lnTo>
                    <a:lnTo>
                      <a:pt x="16334" y="9362"/>
                    </a:lnTo>
                    <a:lnTo>
                      <a:pt x="16733" y="9495"/>
                    </a:lnTo>
                    <a:lnTo>
                      <a:pt x="16998" y="9694"/>
                    </a:lnTo>
                    <a:lnTo>
                      <a:pt x="17264" y="9894"/>
                    </a:lnTo>
                    <a:lnTo>
                      <a:pt x="17463" y="10226"/>
                    </a:lnTo>
                    <a:lnTo>
                      <a:pt x="17596" y="10558"/>
                    </a:lnTo>
                    <a:lnTo>
                      <a:pt x="17729" y="10956"/>
                    </a:lnTo>
                    <a:lnTo>
                      <a:pt x="17729" y="11354"/>
                    </a:lnTo>
                    <a:lnTo>
                      <a:pt x="17729" y="11886"/>
                    </a:lnTo>
                    <a:lnTo>
                      <a:pt x="17596" y="12284"/>
                    </a:lnTo>
                    <a:lnTo>
                      <a:pt x="17463" y="12616"/>
                    </a:lnTo>
                    <a:lnTo>
                      <a:pt x="17264" y="12948"/>
                    </a:lnTo>
                    <a:lnTo>
                      <a:pt x="16998" y="13147"/>
                    </a:lnTo>
                    <a:lnTo>
                      <a:pt x="16733" y="13346"/>
                    </a:lnTo>
                    <a:lnTo>
                      <a:pt x="16401" y="13479"/>
                    </a:lnTo>
                    <a:lnTo>
                      <a:pt x="16002" y="13612"/>
                    </a:lnTo>
                    <a:lnTo>
                      <a:pt x="15139" y="13678"/>
                    </a:lnTo>
                    <a:lnTo>
                      <a:pt x="14210" y="13745"/>
                    </a:lnTo>
                    <a:lnTo>
                      <a:pt x="12151" y="13745"/>
                    </a:lnTo>
                    <a:lnTo>
                      <a:pt x="12151" y="9097"/>
                    </a:lnTo>
                    <a:close/>
                    <a:moveTo>
                      <a:pt x="13280" y="6242"/>
                    </a:moveTo>
                    <a:lnTo>
                      <a:pt x="8964" y="6308"/>
                    </a:lnTo>
                    <a:lnTo>
                      <a:pt x="8964" y="22244"/>
                    </a:lnTo>
                    <a:lnTo>
                      <a:pt x="12151" y="22244"/>
                    </a:lnTo>
                    <a:lnTo>
                      <a:pt x="12151" y="16135"/>
                    </a:lnTo>
                    <a:lnTo>
                      <a:pt x="14674" y="16135"/>
                    </a:lnTo>
                    <a:lnTo>
                      <a:pt x="17861" y="22244"/>
                    </a:lnTo>
                    <a:lnTo>
                      <a:pt x="21181" y="22244"/>
                    </a:lnTo>
                    <a:lnTo>
                      <a:pt x="17729" y="15737"/>
                    </a:lnTo>
                    <a:lnTo>
                      <a:pt x="18459" y="15471"/>
                    </a:lnTo>
                    <a:lnTo>
                      <a:pt x="19057" y="15139"/>
                    </a:lnTo>
                    <a:lnTo>
                      <a:pt x="19588" y="14674"/>
                    </a:lnTo>
                    <a:lnTo>
                      <a:pt x="20052" y="14209"/>
                    </a:lnTo>
                    <a:lnTo>
                      <a:pt x="20384" y="13612"/>
                    </a:lnTo>
                    <a:lnTo>
                      <a:pt x="20650" y="12881"/>
                    </a:lnTo>
                    <a:lnTo>
                      <a:pt x="20849" y="12085"/>
                    </a:lnTo>
                    <a:lnTo>
                      <a:pt x="20916" y="11222"/>
                    </a:lnTo>
                    <a:lnTo>
                      <a:pt x="20849" y="10159"/>
                    </a:lnTo>
                    <a:lnTo>
                      <a:pt x="20716" y="9761"/>
                    </a:lnTo>
                    <a:lnTo>
                      <a:pt x="20650" y="9296"/>
                    </a:lnTo>
                    <a:lnTo>
                      <a:pt x="20451" y="8964"/>
                    </a:lnTo>
                    <a:lnTo>
                      <a:pt x="20318" y="8566"/>
                    </a:lnTo>
                    <a:lnTo>
                      <a:pt x="20052" y="8300"/>
                    </a:lnTo>
                    <a:lnTo>
                      <a:pt x="19853" y="7968"/>
                    </a:lnTo>
                    <a:lnTo>
                      <a:pt x="19322" y="7503"/>
                    </a:lnTo>
                    <a:lnTo>
                      <a:pt x="18658" y="7105"/>
                    </a:lnTo>
                    <a:lnTo>
                      <a:pt x="17928" y="6773"/>
                    </a:lnTo>
                    <a:lnTo>
                      <a:pt x="17131" y="6574"/>
                    </a:lnTo>
                    <a:lnTo>
                      <a:pt x="16201" y="6441"/>
                    </a:lnTo>
                    <a:lnTo>
                      <a:pt x="15272" y="6308"/>
                    </a:lnTo>
                    <a:lnTo>
                      <a:pt x="14276" y="6242"/>
                    </a:lnTo>
                    <a:close/>
                    <a:moveTo>
                      <a:pt x="14608" y="2457"/>
                    </a:moveTo>
                    <a:lnTo>
                      <a:pt x="15670" y="2524"/>
                    </a:lnTo>
                    <a:lnTo>
                      <a:pt x="16799" y="2656"/>
                    </a:lnTo>
                    <a:lnTo>
                      <a:pt x="17928" y="2855"/>
                    </a:lnTo>
                    <a:lnTo>
                      <a:pt x="18990" y="3187"/>
                    </a:lnTo>
                    <a:lnTo>
                      <a:pt x="19986" y="3652"/>
                    </a:lnTo>
                    <a:lnTo>
                      <a:pt x="20982" y="4183"/>
                    </a:lnTo>
                    <a:lnTo>
                      <a:pt x="21912" y="4781"/>
                    </a:lnTo>
                    <a:lnTo>
                      <a:pt x="22775" y="5511"/>
                    </a:lnTo>
                    <a:lnTo>
                      <a:pt x="23638" y="6308"/>
                    </a:lnTo>
                    <a:lnTo>
                      <a:pt x="24368" y="7238"/>
                    </a:lnTo>
                    <a:lnTo>
                      <a:pt x="24966" y="8234"/>
                    </a:lnTo>
                    <a:lnTo>
                      <a:pt x="25497" y="9296"/>
                    </a:lnTo>
                    <a:lnTo>
                      <a:pt x="25962" y="10491"/>
                    </a:lnTo>
                    <a:lnTo>
                      <a:pt x="26294" y="11753"/>
                    </a:lnTo>
                    <a:lnTo>
                      <a:pt x="26493" y="13147"/>
                    </a:lnTo>
                    <a:lnTo>
                      <a:pt x="26559" y="14608"/>
                    </a:lnTo>
                    <a:lnTo>
                      <a:pt x="26493" y="16069"/>
                    </a:lnTo>
                    <a:lnTo>
                      <a:pt x="26294" y="17463"/>
                    </a:lnTo>
                    <a:lnTo>
                      <a:pt x="25962" y="18724"/>
                    </a:lnTo>
                    <a:lnTo>
                      <a:pt x="25497" y="19920"/>
                    </a:lnTo>
                    <a:lnTo>
                      <a:pt x="24966" y="21048"/>
                    </a:lnTo>
                    <a:lnTo>
                      <a:pt x="24368" y="22044"/>
                    </a:lnTo>
                    <a:lnTo>
                      <a:pt x="23638" y="22907"/>
                    </a:lnTo>
                    <a:lnTo>
                      <a:pt x="22775" y="23704"/>
                    </a:lnTo>
                    <a:lnTo>
                      <a:pt x="21912" y="24435"/>
                    </a:lnTo>
                    <a:lnTo>
                      <a:pt x="20982" y="25032"/>
                    </a:lnTo>
                    <a:lnTo>
                      <a:pt x="19986" y="25563"/>
                    </a:lnTo>
                    <a:lnTo>
                      <a:pt x="18990" y="26028"/>
                    </a:lnTo>
                    <a:lnTo>
                      <a:pt x="17928" y="26294"/>
                    </a:lnTo>
                    <a:lnTo>
                      <a:pt x="16799" y="26559"/>
                    </a:lnTo>
                    <a:lnTo>
                      <a:pt x="15670" y="26692"/>
                    </a:lnTo>
                    <a:lnTo>
                      <a:pt x="14608" y="26759"/>
                    </a:lnTo>
                    <a:lnTo>
                      <a:pt x="13479" y="26692"/>
                    </a:lnTo>
                    <a:lnTo>
                      <a:pt x="12350" y="26559"/>
                    </a:lnTo>
                    <a:lnTo>
                      <a:pt x="11222" y="26294"/>
                    </a:lnTo>
                    <a:lnTo>
                      <a:pt x="10159" y="25962"/>
                    </a:lnTo>
                    <a:lnTo>
                      <a:pt x="9163" y="25497"/>
                    </a:lnTo>
                    <a:lnTo>
                      <a:pt x="8167" y="25032"/>
                    </a:lnTo>
                    <a:lnTo>
                      <a:pt x="7238" y="24368"/>
                    </a:lnTo>
                    <a:lnTo>
                      <a:pt x="6375" y="23638"/>
                    </a:lnTo>
                    <a:lnTo>
                      <a:pt x="5511" y="22841"/>
                    </a:lnTo>
                    <a:lnTo>
                      <a:pt x="4781" y="21978"/>
                    </a:lnTo>
                    <a:lnTo>
                      <a:pt x="4184" y="20916"/>
                    </a:lnTo>
                    <a:lnTo>
                      <a:pt x="3652" y="19853"/>
                    </a:lnTo>
                    <a:lnTo>
                      <a:pt x="3188" y="18658"/>
                    </a:lnTo>
                    <a:lnTo>
                      <a:pt x="2856" y="17397"/>
                    </a:lnTo>
                    <a:lnTo>
                      <a:pt x="2656" y="16002"/>
                    </a:lnTo>
                    <a:lnTo>
                      <a:pt x="2590" y="14541"/>
                    </a:lnTo>
                    <a:lnTo>
                      <a:pt x="2656" y="13081"/>
                    </a:lnTo>
                    <a:lnTo>
                      <a:pt x="2856" y="11686"/>
                    </a:lnTo>
                    <a:lnTo>
                      <a:pt x="3188" y="10425"/>
                    </a:lnTo>
                    <a:lnTo>
                      <a:pt x="3652" y="9230"/>
                    </a:lnTo>
                    <a:lnTo>
                      <a:pt x="4184" y="8167"/>
                    </a:lnTo>
                    <a:lnTo>
                      <a:pt x="4781" y="7171"/>
                    </a:lnTo>
                    <a:lnTo>
                      <a:pt x="5511" y="6242"/>
                    </a:lnTo>
                    <a:lnTo>
                      <a:pt x="6375" y="5445"/>
                    </a:lnTo>
                    <a:lnTo>
                      <a:pt x="7238" y="4715"/>
                    </a:lnTo>
                    <a:lnTo>
                      <a:pt x="8167" y="4117"/>
                    </a:lnTo>
                    <a:lnTo>
                      <a:pt x="9163" y="3586"/>
                    </a:lnTo>
                    <a:lnTo>
                      <a:pt x="10159" y="3187"/>
                    </a:lnTo>
                    <a:lnTo>
                      <a:pt x="11222" y="2855"/>
                    </a:lnTo>
                    <a:lnTo>
                      <a:pt x="12350" y="2656"/>
                    </a:lnTo>
                    <a:lnTo>
                      <a:pt x="13479" y="2457"/>
                    </a:lnTo>
                    <a:close/>
                    <a:moveTo>
                      <a:pt x="14608" y="0"/>
                    </a:moveTo>
                    <a:lnTo>
                      <a:pt x="13081" y="67"/>
                    </a:lnTo>
                    <a:lnTo>
                      <a:pt x="11620" y="332"/>
                    </a:lnTo>
                    <a:lnTo>
                      <a:pt x="10226" y="664"/>
                    </a:lnTo>
                    <a:lnTo>
                      <a:pt x="8898" y="1129"/>
                    </a:lnTo>
                    <a:lnTo>
                      <a:pt x="7636" y="1727"/>
                    </a:lnTo>
                    <a:lnTo>
                      <a:pt x="6375" y="2457"/>
                    </a:lnTo>
                    <a:lnTo>
                      <a:pt x="5312" y="3320"/>
                    </a:lnTo>
                    <a:lnTo>
                      <a:pt x="4250" y="4250"/>
                    </a:lnTo>
                    <a:lnTo>
                      <a:pt x="3320" y="5246"/>
                    </a:lnTo>
                    <a:lnTo>
                      <a:pt x="2457" y="6375"/>
                    </a:lnTo>
                    <a:lnTo>
                      <a:pt x="1793" y="7570"/>
                    </a:lnTo>
                    <a:lnTo>
                      <a:pt x="1129" y="8898"/>
                    </a:lnTo>
                    <a:lnTo>
                      <a:pt x="664" y="10226"/>
                    </a:lnTo>
                    <a:lnTo>
                      <a:pt x="333" y="11620"/>
                    </a:lnTo>
                    <a:lnTo>
                      <a:pt x="67" y="13081"/>
                    </a:lnTo>
                    <a:lnTo>
                      <a:pt x="1" y="14608"/>
                    </a:lnTo>
                    <a:lnTo>
                      <a:pt x="67" y="15471"/>
                    </a:lnTo>
                    <a:lnTo>
                      <a:pt x="133" y="16334"/>
                    </a:lnTo>
                    <a:lnTo>
                      <a:pt x="200" y="17197"/>
                    </a:lnTo>
                    <a:lnTo>
                      <a:pt x="333" y="17994"/>
                    </a:lnTo>
                    <a:lnTo>
                      <a:pt x="532" y="18791"/>
                    </a:lnTo>
                    <a:lnTo>
                      <a:pt x="731" y="19521"/>
                    </a:lnTo>
                    <a:lnTo>
                      <a:pt x="996" y="20252"/>
                    </a:lnTo>
                    <a:lnTo>
                      <a:pt x="1262" y="20916"/>
                    </a:lnTo>
                    <a:lnTo>
                      <a:pt x="1594" y="21580"/>
                    </a:lnTo>
                    <a:lnTo>
                      <a:pt x="1926" y="22244"/>
                    </a:lnTo>
                    <a:lnTo>
                      <a:pt x="2723" y="23439"/>
                    </a:lnTo>
                    <a:lnTo>
                      <a:pt x="3586" y="24501"/>
                    </a:lnTo>
                    <a:lnTo>
                      <a:pt x="4582" y="25497"/>
                    </a:lnTo>
                    <a:lnTo>
                      <a:pt x="5644" y="26360"/>
                    </a:lnTo>
                    <a:lnTo>
                      <a:pt x="6773" y="27091"/>
                    </a:lnTo>
                    <a:lnTo>
                      <a:pt x="7968" y="27688"/>
                    </a:lnTo>
                    <a:lnTo>
                      <a:pt x="9230" y="28219"/>
                    </a:lnTo>
                    <a:lnTo>
                      <a:pt x="10491" y="28618"/>
                    </a:lnTo>
                    <a:lnTo>
                      <a:pt x="11819" y="28883"/>
                    </a:lnTo>
                    <a:lnTo>
                      <a:pt x="13214" y="29082"/>
                    </a:lnTo>
                    <a:lnTo>
                      <a:pt x="15936" y="29082"/>
                    </a:lnTo>
                    <a:lnTo>
                      <a:pt x="17264" y="28883"/>
                    </a:lnTo>
                    <a:lnTo>
                      <a:pt x="18592" y="28618"/>
                    </a:lnTo>
                    <a:lnTo>
                      <a:pt x="19853" y="28219"/>
                    </a:lnTo>
                    <a:lnTo>
                      <a:pt x="21115" y="27688"/>
                    </a:lnTo>
                    <a:lnTo>
                      <a:pt x="22310" y="27024"/>
                    </a:lnTo>
                    <a:lnTo>
                      <a:pt x="23439" y="26294"/>
                    </a:lnTo>
                    <a:lnTo>
                      <a:pt x="24501" y="25431"/>
                    </a:lnTo>
                    <a:lnTo>
                      <a:pt x="25497" y="24501"/>
                    </a:lnTo>
                    <a:lnTo>
                      <a:pt x="26360" y="23439"/>
                    </a:lnTo>
                    <a:lnTo>
                      <a:pt x="27157" y="22244"/>
                    </a:lnTo>
                    <a:lnTo>
                      <a:pt x="27489" y="21580"/>
                    </a:lnTo>
                    <a:lnTo>
                      <a:pt x="27821" y="20916"/>
                    </a:lnTo>
                    <a:lnTo>
                      <a:pt x="28087" y="20185"/>
                    </a:lnTo>
                    <a:lnTo>
                      <a:pt x="28352" y="19455"/>
                    </a:lnTo>
                    <a:lnTo>
                      <a:pt x="28551" y="18724"/>
                    </a:lnTo>
                    <a:lnTo>
                      <a:pt x="28751" y="17928"/>
                    </a:lnTo>
                    <a:lnTo>
                      <a:pt x="28883" y="17131"/>
                    </a:lnTo>
                    <a:lnTo>
                      <a:pt x="28950" y="16268"/>
                    </a:lnTo>
                    <a:lnTo>
                      <a:pt x="29016" y="15405"/>
                    </a:lnTo>
                    <a:lnTo>
                      <a:pt x="29082" y="14541"/>
                    </a:lnTo>
                    <a:lnTo>
                      <a:pt x="29016" y="13014"/>
                    </a:lnTo>
                    <a:lnTo>
                      <a:pt x="28751" y="11554"/>
                    </a:lnTo>
                    <a:lnTo>
                      <a:pt x="28419" y="10159"/>
                    </a:lnTo>
                    <a:lnTo>
                      <a:pt x="27954" y="8831"/>
                    </a:lnTo>
                    <a:lnTo>
                      <a:pt x="27356" y="7570"/>
                    </a:lnTo>
                    <a:lnTo>
                      <a:pt x="26626" y="6375"/>
                    </a:lnTo>
                    <a:lnTo>
                      <a:pt x="25829" y="5246"/>
                    </a:lnTo>
                    <a:lnTo>
                      <a:pt x="24899" y="4183"/>
                    </a:lnTo>
                    <a:lnTo>
                      <a:pt x="23904" y="3254"/>
                    </a:lnTo>
                    <a:lnTo>
                      <a:pt x="22775" y="2457"/>
                    </a:lnTo>
                    <a:lnTo>
                      <a:pt x="21580" y="1727"/>
                    </a:lnTo>
                    <a:lnTo>
                      <a:pt x="20318" y="1129"/>
                    </a:lnTo>
                    <a:lnTo>
                      <a:pt x="18990" y="664"/>
                    </a:lnTo>
                    <a:lnTo>
                      <a:pt x="17596" y="266"/>
                    </a:lnTo>
                    <a:lnTo>
                      <a:pt x="16135" y="67"/>
                    </a:lnTo>
                    <a:lnTo>
                      <a:pt x="1460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3" name="Google Shape;1463;p38"/>
              <p:cNvSpPr/>
              <p:nvPr/>
            </p:nvSpPr>
            <p:spPr>
              <a:xfrm>
                <a:off x="4988525" y="4354750"/>
                <a:ext cx="727075" cy="727075"/>
              </a:xfrm>
              <a:custGeom>
                <a:avLst/>
                <a:gdLst/>
                <a:ahLst/>
                <a:cxnLst/>
                <a:rect l="l" t="t" r="r" b="b"/>
                <a:pathLst>
                  <a:path w="29083" h="29083" fill="none" extrusionOk="0">
                    <a:moveTo>
                      <a:pt x="1" y="14608"/>
                    </a:moveTo>
                    <a:lnTo>
                      <a:pt x="1" y="14608"/>
                    </a:lnTo>
                    <a:lnTo>
                      <a:pt x="67" y="13081"/>
                    </a:lnTo>
                    <a:lnTo>
                      <a:pt x="333" y="11620"/>
                    </a:lnTo>
                    <a:lnTo>
                      <a:pt x="664" y="10226"/>
                    </a:lnTo>
                    <a:lnTo>
                      <a:pt x="1129" y="8898"/>
                    </a:lnTo>
                    <a:lnTo>
                      <a:pt x="1793" y="7570"/>
                    </a:lnTo>
                    <a:lnTo>
                      <a:pt x="2457" y="6375"/>
                    </a:lnTo>
                    <a:lnTo>
                      <a:pt x="3320" y="5246"/>
                    </a:lnTo>
                    <a:lnTo>
                      <a:pt x="4250" y="4250"/>
                    </a:lnTo>
                    <a:lnTo>
                      <a:pt x="5312" y="3320"/>
                    </a:lnTo>
                    <a:lnTo>
                      <a:pt x="6375" y="2457"/>
                    </a:lnTo>
                    <a:lnTo>
                      <a:pt x="7636" y="1727"/>
                    </a:lnTo>
                    <a:lnTo>
                      <a:pt x="8898" y="1129"/>
                    </a:lnTo>
                    <a:lnTo>
                      <a:pt x="10226" y="664"/>
                    </a:lnTo>
                    <a:lnTo>
                      <a:pt x="11620" y="332"/>
                    </a:lnTo>
                    <a:lnTo>
                      <a:pt x="13081" y="67"/>
                    </a:lnTo>
                    <a:lnTo>
                      <a:pt x="14608" y="0"/>
                    </a:lnTo>
                    <a:lnTo>
                      <a:pt x="14608" y="0"/>
                    </a:lnTo>
                    <a:lnTo>
                      <a:pt x="16135" y="67"/>
                    </a:lnTo>
                    <a:lnTo>
                      <a:pt x="17596" y="266"/>
                    </a:lnTo>
                    <a:lnTo>
                      <a:pt x="18990" y="664"/>
                    </a:lnTo>
                    <a:lnTo>
                      <a:pt x="20318" y="1129"/>
                    </a:lnTo>
                    <a:lnTo>
                      <a:pt x="21580" y="1727"/>
                    </a:lnTo>
                    <a:lnTo>
                      <a:pt x="22775" y="2457"/>
                    </a:lnTo>
                    <a:lnTo>
                      <a:pt x="23904" y="3254"/>
                    </a:lnTo>
                    <a:lnTo>
                      <a:pt x="24899" y="4183"/>
                    </a:lnTo>
                    <a:lnTo>
                      <a:pt x="25829" y="5246"/>
                    </a:lnTo>
                    <a:lnTo>
                      <a:pt x="26626" y="6375"/>
                    </a:lnTo>
                    <a:lnTo>
                      <a:pt x="27356" y="7570"/>
                    </a:lnTo>
                    <a:lnTo>
                      <a:pt x="27954" y="8831"/>
                    </a:lnTo>
                    <a:lnTo>
                      <a:pt x="28419" y="10159"/>
                    </a:lnTo>
                    <a:lnTo>
                      <a:pt x="28751" y="11554"/>
                    </a:lnTo>
                    <a:lnTo>
                      <a:pt x="29016" y="13014"/>
                    </a:lnTo>
                    <a:lnTo>
                      <a:pt x="29082" y="14541"/>
                    </a:lnTo>
                    <a:lnTo>
                      <a:pt x="29082" y="14541"/>
                    </a:lnTo>
                    <a:lnTo>
                      <a:pt x="29016" y="15405"/>
                    </a:lnTo>
                    <a:lnTo>
                      <a:pt x="28950" y="16268"/>
                    </a:lnTo>
                    <a:lnTo>
                      <a:pt x="28883" y="17131"/>
                    </a:lnTo>
                    <a:lnTo>
                      <a:pt x="28751" y="17928"/>
                    </a:lnTo>
                    <a:lnTo>
                      <a:pt x="28551" y="18724"/>
                    </a:lnTo>
                    <a:lnTo>
                      <a:pt x="28352" y="19455"/>
                    </a:lnTo>
                    <a:lnTo>
                      <a:pt x="28087" y="20185"/>
                    </a:lnTo>
                    <a:lnTo>
                      <a:pt x="27821" y="20916"/>
                    </a:lnTo>
                    <a:lnTo>
                      <a:pt x="27489" y="21580"/>
                    </a:lnTo>
                    <a:lnTo>
                      <a:pt x="27157" y="22244"/>
                    </a:lnTo>
                    <a:lnTo>
                      <a:pt x="26360" y="23439"/>
                    </a:lnTo>
                    <a:lnTo>
                      <a:pt x="25497" y="24501"/>
                    </a:lnTo>
                    <a:lnTo>
                      <a:pt x="24501" y="25431"/>
                    </a:lnTo>
                    <a:lnTo>
                      <a:pt x="23439" y="26294"/>
                    </a:lnTo>
                    <a:lnTo>
                      <a:pt x="22310" y="27024"/>
                    </a:lnTo>
                    <a:lnTo>
                      <a:pt x="21115" y="27688"/>
                    </a:lnTo>
                    <a:lnTo>
                      <a:pt x="19853" y="28219"/>
                    </a:lnTo>
                    <a:lnTo>
                      <a:pt x="18592" y="28618"/>
                    </a:lnTo>
                    <a:lnTo>
                      <a:pt x="17264" y="28883"/>
                    </a:lnTo>
                    <a:lnTo>
                      <a:pt x="15936" y="29082"/>
                    </a:lnTo>
                    <a:lnTo>
                      <a:pt x="14542" y="29082"/>
                    </a:lnTo>
                    <a:lnTo>
                      <a:pt x="13214" y="29082"/>
                    </a:lnTo>
                    <a:lnTo>
                      <a:pt x="11819" y="28883"/>
                    </a:lnTo>
                    <a:lnTo>
                      <a:pt x="10491" y="28618"/>
                    </a:lnTo>
                    <a:lnTo>
                      <a:pt x="9230" y="28219"/>
                    </a:lnTo>
                    <a:lnTo>
                      <a:pt x="7968" y="27688"/>
                    </a:lnTo>
                    <a:lnTo>
                      <a:pt x="6773" y="27091"/>
                    </a:lnTo>
                    <a:lnTo>
                      <a:pt x="5644" y="26360"/>
                    </a:lnTo>
                    <a:lnTo>
                      <a:pt x="4582" y="25497"/>
                    </a:lnTo>
                    <a:lnTo>
                      <a:pt x="3586" y="24501"/>
                    </a:lnTo>
                    <a:lnTo>
                      <a:pt x="2723" y="23439"/>
                    </a:lnTo>
                    <a:lnTo>
                      <a:pt x="1926" y="22244"/>
                    </a:lnTo>
                    <a:lnTo>
                      <a:pt x="1594" y="21580"/>
                    </a:lnTo>
                    <a:lnTo>
                      <a:pt x="1262" y="20916"/>
                    </a:lnTo>
                    <a:lnTo>
                      <a:pt x="996" y="20252"/>
                    </a:lnTo>
                    <a:lnTo>
                      <a:pt x="731" y="19521"/>
                    </a:lnTo>
                    <a:lnTo>
                      <a:pt x="532" y="18791"/>
                    </a:lnTo>
                    <a:lnTo>
                      <a:pt x="333" y="17994"/>
                    </a:lnTo>
                    <a:lnTo>
                      <a:pt x="200" y="17197"/>
                    </a:lnTo>
                    <a:lnTo>
                      <a:pt x="133" y="16334"/>
                    </a:lnTo>
                    <a:lnTo>
                      <a:pt x="67" y="15471"/>
                    </a:lnTo>
                    <a:lnTo>
                      <a:pt x="1" y="1460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4" name="Google Shape;1464;p38"/>
              <p:cNvSpPr/>
              <p:nvPr/>
            </p:nvSpPr>
            <p:spPr>
              <a:xfrm>
                <a:off x="5053275" y="4416175"/>
                <a:ext cx="599250" cy="607550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24302" fill="none" extrusionOk="0">
                    <a:moveTo>
                      <a:pt x="23969" y="12151"/>
                    </a:moveTo>
                    <a:lnTo>
                      <a:pt x="23969" y="12151"/>
                    </a:lnTo>
                    <a:lnTo>
                      <a:pt x="23903" y="10690"/>
                    </a:lnTo>
                    <a:lnTo>
                      <a:pt x="23704" y="9296"/>
                    </a:lnTo>
                    <a:lnTo>
                      <a:pt x="23372" y="8034"/>
                    </a:lnTo>
                    <a:lnTo>
                      <a:pt x="22907" y="6839"/>
                    </a:lnTo>
                    <a:lnTo>
                      <a:pt x="22376" y="5777"/>
                    </a:lnTo>
                    <a:lnTo>
                      <a:pt x="21778" y="4781"/>
                    </a:lnTo>
                    <a:lnTo>
                      <a:pt x="21048" y="3851"/>
                    </a:lnTo>
                    <a:lnTo>
                      <a:pt x="20185" y="3054"/>
                    </a:lnTo>
                    <a:lnTo>
                      <a:pt x="19322" y="2324"/>
                    </a:lnTo>
                    <a:lnTo>
                      <a:pt x="18392" y="1726"/>
                    </a:lnTo>
                    <a:lnTo>
                      <a:pt x="17396" y="1195"/>
                    </a:lnTo>
                    <a:lnTo>
                      <a:pt x="16400" y="730"/>
                    </a:lnTo>
                    <a:lnTo>
                      <a:pt x="15338" y="398"/>
                    </a:lnTo>
                    <a:lnTo>
                      <a:pt x="14209" y="199"/>
                    </a:lnTo>
                    <a:lnTo>
                      <a:pt x="13080" y="67"/>
                    </a:lnTo>
                    <a:lnTo>
                      <a:pt x="12018" y="0"/>
                    </a:lnTo>
                    <a:lnTo>
                      <a:pt x="10889" y="0"/>
                    </a:lnTo>
                    <a:lnTo>
                      <a:pt x="9760" y="199"/>
                    </a:lnTo>
                    <a:lnTo>
                      <a:pt x="8632" y="398"/>
                    </a:lnTo>
                    <a:lnTo>
                      <a:pt x="7569" y="730"/>
                    </a:lnTo>
                    <a:lnTo>
                      <a:pt x="6573" y="1129"/>
                    </a:lnTo>
                    <a:lnTo>
                      <a:pt x="5577" y="1660"/>
                    </a:lnTo>
                    <a:lnTo>
                      <a:pt x="4648" y="2258"/>
                    </a:lnTo>
                    <a:lnTo>
                      <a:pt x="3785" y="2988"/>
                    </a:lnTo>
                    <a:lnTo>
                      <a:pt x="2921" y="3785"/>
                    </a:lnTo>
                    <a:lnTo>
                      <a:pt x="2191" y="4714"/>
                    </a:lnTo>
                    <a:lnTo>
                      <a:pt x="1594" y="5710"/>
                    </a:lnTo>
                    <a:lnTo>
                      <a:pt x="1062" y="6773"/>
                    </a:lnTo>
                    <a:lnTo>
                      <a:pt x="598" y="7968"/>
                    </a:lnTo>
                    <a:lnTo>
                      <a:pt x="266" y="9229"/>
                    </a:lnTo>
                    <a:lnTo>
                      <a:pt x="66" y="10624"/>
                    </a:lnTo>
                    <a:lnTo>
                      <a:pt x="0" y="12084"/>
                    </a:lnTo>
                    <a:lnTo>
                      <a:pt x="0" y="12084"/>
                    </a:lnTo>
                    <a:lnTo>
                      <a:pt x="66" y="13545"/>
                    </a:lnTo>
                    <a:lnTo>
                      <a:pt x="266" y="14940"/>
                    </a:lnTo>
                    <a:lnTo>
                      <a:pt x="598" y="16201"/>
                    </a:lnTo>
                    <a:lnTo>
                      <a:pt x="1062" y="17396"/>
                    </a:lnTo>
                    <a:lnTo>
                      <a:pt x="1594" y="18459"/>
                    </a:lnTo>
                    <a:lnTo>
                      <a:pt x="2191" y="19521"/>
                    </a:lnTo>
                    <a:lnTo>
                      <a:pt x="2921" y="20384"/>
                    </a:lnTo>
                    <a:lnTo>
                      <a:pt x="3785" y="21181"/>
                    </a:lnTo>
                    <a:lnTo>
                      <a:pt x="4648" y="21911"/>
                    </a:lnTo>
                    <a:lnTo>
                      <a:pt x="5577" y="22575"/>
                    </a:lnTo>
                    <a:lnTo>
                      <a:pt x="6573" y="23040"/>
                    </a:lnTo>
                    <a:lnTo>
                      <a:pt x="7569" y="23505"/>
                    </a:lnTo>
                    <a:lnTo>
                      <a:pt x="8632" y="23837"/>
                    </a:lnTo>
                    <a:lnTo>
                      <a:pt x="9760" y="24102"/>
                    </a:lnTo>
                    <a:lnTo>
                      <a:pt x="10889" y="24235"/>
                    </a:lnTo>
                    <a:lnTo>
                      <a:pt x="12018" y="24302"/>
                    </a:lnTo>
                    <a:lnTo>
                      <a:pt x="13080" y="24235"/>
                    </a:lnTo>
                    <a:lnTo>
                      <a:pt x="14209" y="24102"/>
                    </a:lnTo>
                    <a:lnTo>
                      <a:pt x="15338" y="23837"/>
                    </a:lnTo>
                    <a:lnTo>
                      <a:pt x="16400" y="23571"/>
                    </a:lnTo>
                    <a:lnTo>
                      <a:pt x="17396" y="23106"/>
                    </a:lnTo>
                    <a:lnTo>
                      <a:pt x="18392" y="22575"/>
                    </a:lnTo>
                    <a:lnTo>
                      <a:pt x="19322" y="21978"/>
                    </a:lnTo>
                    <a:lnTo>
                      <a:pt x="20185" y="21247"/>
                    </a:lnTo>
                    <a:lnTo>
                      <a:pt x="21048" y="20450"/>
                    </a:lnTo>
                    <a:lnTo>
                      <a:pt x="21778" y="19587"/>
                    </a:lnTo>
                    <a:lnTo>
                      <a:pt x="22376" y="18591"/>
                    </a:lnTo>
                    <a:lnTo>
                      <a:pt x="22907" y="17463"/>
                    </a:lnTo>
                    <a:lnTo>
                      <a:pt x="23372" y="16267"/>
                    </a:lnTo>
                    <a:lnTo>
                      <a:pt x="23704" y="15006"/>
                    </a:lnTo>
                    <a:lnTo>
                      <a:pt x="23903" y="13612"/>
                    </a:lnTo>
                    <a:lnTo>
                      <a:pt x="23969" y="1215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5" name="Google Shape;1465;p38"/>
              <p:cNvSpPr/>
              <p:nvPr/>
            </p:nvSpPr>
            <p:spPr>
              <a:xfrm>
                <a:off x="5212625" y="4510775"/>
                <a:ext cx="305450" cy="400075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16003" fill="none" extrusionOk="0">
                    <a:moveTo>
                      <a:pt x="0" y="67"/>
                    </a:moveTo>
                    <a:lnTo>
                      <a:pt x="0" y="67"/>
                    </a:lnTo>
                    <a:lnTo>
                      <a:pt x="4316" y="1"/>
                    </a:lnTo>
                    <a:lnTo>
                      <a:pt x="5312" y="1"/>
                    </a:lnTo>
                    <a:lnTo>
                      <a:pt x="6308" y="67"/>
                    </a:lnTo>
                    <a:lnTo>
                      <a:pt x="7237" y="200"/>
                    </a:lnTo>
                    <a:lnTo>
                      <a:pt x="8167" y="333"/>
                    </a:lnTo>
                    <a:lnTo>
                      <a:pt x="8964" y="532"/>
                    </a:lnTo>
                    <a:lnTo>
                      <a:pt x="9694" y="864"/>
                    </a:lnTo>
                    <a:lnTo>
                      <a:pt x="10358" y="1262"/>
                    </a:lnTo>
                    <a:lnTo>
                      <a:pt x="10889" y="1727"/>
                    </a:lnTo>
                    <a:lnTo>
                      <a:pt x="11088" y="2059"/>
                    </a:lnTo>
                    <a:lnTo>
                      <a:pt x="11354" y="2325"/>
                    </a:lnTo>
                    <a:lnTo>
                      <a:pt x="11487" y="2723"/>
                    </a:lnTo>
                    <a:lnTo>
                      <a:pt x="11686" y="3055"/>
                    </a:lnTo>
                    <a:lnTo>
                      <a:pt x="11752" y="3520"/>
                    </a:lnTo>
                    <a:lnTo>
                      <a:pt x="11885" y="3918"/>
                    </a:lnTo>
                    <a:lnTo>
                      <a:pt x="11952" y="4981"/>
                    </a:lnTo>
                    <a:lnTo>
                      <a:pt x="11952" y="4981"/>
                    </a:lnTo>
                    <a:lnTo>
                      <a:pt x="11885" y="5844"/>
                    </a:lnTo>
                    <a:lnTo>
                      <a:pt x="11686" y="6640"/>
                    </a:lnTo>
                    <a:lnTo>
                      <a:pt x="11420" y="7371"/>
                    </a:lnTo>
                    <a:lnTo>
                      <a:pt x="11088" y="7968"/>
                    </a:lnTo>
                    <a:lnTo>
                      <a:pt x="10624" y="8433"/>
                    </a:lnTo>
                    <a:lnTo>
                      <a:pt x="10093" y="8898"/>
                    </a:lnTo>
                    <a:lnTo>
                      <a:pt x="9495" y="9230"/>
                    </a:lnTo>
                    <a:lnTo>
                      <a:pt x="8765" y="9496"/>
                    </a:lnTo>
                    <a:lnTo>
                      <a:pt x="12217" y="16003"/>
                    </a:lnTo>
                    <a:lnTo>
                      <a:pt x="8897" y="16003"/>
                    </a:lnTo>
                    <a:lnTo>
                      <a:pt x="5710" y="9894"/>
                    </a:lnTo>
                    <a:lnTo>
                      <a:pt x="3187" y="9894"/>
                    </a:lnTo>
                    <a:lnTo>
                      <a:pt x="3187" y="16003"/>
                    </a:lnTo>
                    <a:lnTo>
                      <a:pt x="0" y="16003"/>
                    </a:lnTo>
                    <a:lnTo>
                      <a:pt x="0" y="6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6" name="Google Shape;1466;p38"/>
              <p:cNvSpPr/>
              <p:nvPr/>
            </p:nvSpPr>
            <p:spPr>
              <a:xfrm>
                <a:off x="5292300" y="4582150"/>
                <a:ext cx="139450" cy="116225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4649" fill="none" extrusionOk="0">
                    <a:moveTo>
                      <a:pt x="5578" y="2258"/>
                    </a:moveTo>
                    <a:lnTo>
                      <a:pt x="5578" y="2258"/>
                    </a:lnTo>
                    <a:lnTo>
                      <a:pt x="5578" y="1860"/>
                    </a:lnTo>
                    <a:lnTo>
                      <a:pt x="5445" y="1462"/>
                    </a:lnTo>
                    <a:lnTo>
                      <a:pt x="5312" y="1130"/>
                    </a:lnTo>
                    <a:lnTo>
                      <a:pt x="5113" y="798"/>
                    </a:lnTo>
                    <a:lnTo>
                      <a:pt x="4847" y="598"/>
                    </a:lnTo>
                    <a:lnTo>
                      <a:pt x="4582" y="399"/>
                    </a:lnTo>
                    <a:lnTo>
                      <a:pt x="4183" y="266"/>
                    </a:lnTo>
                    <a:lnTo>
                      <a:pt x="3851" y="200"/>
                    </a:lnTo>
                    <a:lnTo>
                      <a:pt x="2988" y="67"/>
                    </a:lnTo>
                    <a:lnTo>
                      <a:pt x="2059" y="1"/>
                    </a:lnTo>
                    <a:lnTo>
                      <a:pt x="0" y="1"/>
                    </a:lnTo>
                    <a:lnTo>
                      <a:pt x="0" y="4649"/>
                    </a:lnTo>
                    <a:lnTo>
                      <a:pt x="0" y="4649"/>
                    </a:lnTo>
                    <a:lnTo>
                      <a:pt x="2059" y="4649"/>
                    </a:lnTo>
                    <a:lnTo>
                      <a:pt x="2988" y="4582"/>
                    </a:lnTo>
                    <a:lnTo>
                      <a:pt x="3851" y="4516"/>
                    </a:lnTo>
                    <a:lnTo>
                      <a:pt x="4250" y="4383"/>
                    </a:lnTo>
                    <a:lnTo>
                      <a:pt x="4582" y="4250"/>
                    </a:lnTo>
                    <a:lnTo>
                      <a:pt x="4847" y="4051"/>
                    </a:lnTo>
                    <a:lnTo>
                      <a:pt x="5113" y="3852"/>
                    </a:lnTo>
                    <a:lnTo>
                      <a:pt x="5312" y="3520"/>
                    </a:lnTo>
                    <a:lnTo>
                      <a:pt x="5445" y="3188"/>
                    </a:lnTo>
                    <a:lnTo>
                      <a:pt x="5578" y="2790"/>
                    </a:lnTo>
                    <a:lnTo>
                      <a:pt x="5578" y="225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7" name="Google Shape;1467;p38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8" name="Google Shape;1468;p38"/>
              <p:cNvSpPr/>
              <p:nvPr/>
            </p:nvSpPr>
            <p:spPr>
              <a:xfrm>
                <a:off x="1703525" y="4240200"/>
                <a:ext cx="1075650" cy="12366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9467" fill="none" extrusionOk="0">
                    <a:moveTo>
                      <a:pt x="0" y="1"/>
                    </a:moveTo>
                    <a:lnTo>
                      <a:pt x="0" y="49467"/>
                    </a:lnTo>
                    <a:lnTo>
                      <a:pt x="43026" y="24634"/>
                    </a:lnTo>
                    <a:lnTo>
                      <a:pt x="43026" y="24634"/>
                    </a:lnTo>
                    <a:lnTo>
                      <a:pt x="39905" y="23904"/>
                    </a:lnTo>
                    <a:lnTo>
                      <a:pt x="36917" y="23041"/>
                    </a:lnTo>
                    <a:lnTo>
                      <a:pt x="33929" y="22111"/>
                    </a:lnTo>
                    <a:lnTo>
                      <a:pt x="30942" y="21049"/>
                    </a:lnTo>
                    <a:lnTo>
                      <a:pt x="28020" y="19854"/>
                    </a:lnTo>
                    <a:lnTo>
                      <a:pt x="25165" y="18592"/>
                    </a:lnTo>
                    <a:lnTo>
                      <a:pt x="22376" y="17198"/>
                    </a:lnTo>
                    <a:lnTo>
                      <a:pt x="19654" y="15671"/>
                    </a:lnTo>
                    <a:lnTo>
                      <a:pt x="16932" y="14077"/>
                    </a:lnTo>
                    <a:lnTo>
                      <a:pt x="14342" y="12351"/>
                    </a:lnTo>
                    <a:lnTo>
                      <a:pt x="11753" y="10558"/>
                    </a:lnTo>
                    <a:lnTo>
                      <a:pt x="9296" y="8633"/>
                    </a:lnTo>
                    <a:lnTo>
                      <a:pt x="6839" y="6641"/>
                    </a:lnTo>
                    <a:lnTo>
                      <a:pt x="4515" y="4516"/>
                    </a:lnTo>
                    <a:lnTo>
                      <a:pt x="2258" y="2325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9" name="Google Shape;1469;p38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extrusionOk="0">
                    <a:moveTo>
                      <a:pt x="0" y="0"/>
                    </a:move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0" name="Google Shape;1470;p38"/>
              <p:cNvSpPr/>
              <p:nvPr/>
            </p:nvSpPr>
            <p:spPr>
              <a:xfrm>
                <a:off x="1703525" y="238125"/>
                <a:ext cx="1067350" cy="1228375"/>
              </a:xfrm>
              <a:custGeom>
                <a:avLst/>
                <a:gdLst/>
                <a:ahLst/>
                <a:cxnLst/>
                <a:rect l="l" t="t" r="r" b="b"/>
                <a:pathLst>
                  <a:path w="42694" h="49135" fill="none" extrusionOk="0">
                    <a:moveTo>
                      <a:pt x="42694" y="24633"/>
                    </a:moveTo>
                    <a:lnTo>
                      <a:pt x="0" y="0"/>
                    </a:lnTo>
                    <a:lnTo>
                      <a:pt x="0" y="49134"/>
                    </a:lnTo>
                    <a:lnTo>
                      <a:pt x="0" y="49134"/>
                    </a:lnTo>
                    <a:lnTo>
                      <a:pt x="2324" y="46744"/>
                    </a:lnTo>
                    <a:lnTo>
                      <a:pt x="4648" y="44486"/>
                    </a:lnTo>
                    <a:lnTo>
                      <a:pt x="7105" y="42362"/>
                    </a:lnTo>
                    <a:lnTo>
                      <a:pt x="9628" y="40303"/>
                    </a:lnTo>
                    <a:lnTo>
                      <a:pt x="12151" y="38378"/>
                    </a:lnTo>
                    <a:lnTo>
                      <a:pt x="14741" y="36585"/>
                    </a:lnTo>
                    <a:lnTo>
                      <a:pt x="17397" y="34859"/>
                    </a:lnTo>
                    <a:lnTo>
                      <a:pt x="20119" y="33265"/>
                    </a:lnTo>
                    <a:lnTo>
                      <a:pt x="22841" y="31804"/>
                    </a:lnTo>
                    <a:lnTo>
                      <a:pt x="25630" y="30410"/>
                    </a:lnTo>
                    <a:lnTo>
                      <a:pt x="28418" y="29148"/>
                    </a:lnTo>
                    <a:lnTo>
                      <a:pt x="31274" y="28020"/>
                    </a:lnTo>
                    <a:lnTo>
                      <a:pt x="34129" y="27024"/>
                    </a:lnTo>
                    <a:lnTo>
                      <a:pt x="36984" y="26094"/>
                    </a:lnTo>
                    <a:lnTo>
                      <a:pt x="39839" y="25297"/>
                    </a:lnTo>
                    <a:lnTo>
                      <a:pt x="42694" y="2463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1" name="Google Shape;1471;p38"/>
              <p:cNvSpPr/>
              <p:nvPr/>
            </p:nvSpPr>
            <p:spPr>
              <a:xfrm>
                <a:off x="5162825" y="2236675"/>
                <a:ext cx="1077300" cy="1243300"/>
              </a:xfrm>
              <a:custGeom>
                <a:avLst/>
                <a:gdLst/>
                <a:ahLst/>
                <a:cxnLst/>
                <a:rect l="l" t="t" r="r" b="b"/>
                <a:pathLst>
                  <a:path w="43092" h="49732" extrusionOk="0">
                    <a:moveTo>
                      <a:pt x="133" y="0"/>
                    </a:moveTo>
                    <a:lnTo>
                      <a:pt x="996" y="3055"/>
                    </a:lnTo>
                    <a:lnTo>
                      <a:pt x="1793" y="6109"/>
                    </a:lnTo>
                    <a:lnTo>
                      <a:pt x="2457" y="9163"/>
                    </a:lnTo>
                    <a:lnTo>
                      <a:pt x="2988" y="12284"/>
                    </a:lnTo>
                    <a:lnTo>
                      <a:pt x="3386" y="15405"/>
                    </a:lnTo>
                    <a:lnTo>
                      <a:pt x="3718" y="18525"/>
                    </a:lnTo>
                    <a:lnTo>
                      <a:pt x="3851" y="21646"/>
                    </a:lnTo>
                    <a:lnTo>
                      <a:pt x="3918" y="24833"/>
                    </a:lnTo>
                    <a:lnTo>
                      <a:pt x="3851" y="27954"/>
                    </a:lnTo>
                    <a:lnTo>
                      <a:pt x="3652" y="31074"/>
                    </a:lnTo>
                    <a:lnTo>
                      <a:pt x="3386" y="34261"/>
                    </a:lnTo>
                    <a:lnTo>
                      <a:pt x="2922" y="37382"/>
                    </a:lnTo>
                    <a:lnTo>
                      <a:pt x="2391" y="40503"/>
                    </a:lnTo>
                    <a:lnTo>
                      <a:pt x="1727" y="43557"/>
                    </a:lnTo>
                    <a:lnTo>
                      <a:pt x="930" y="46678"/>
                    </a:lnTo>
                    <a:lnTo>
                      <a:pt x="0" y="49732"/>
                    </a:lnTo>
                    <a:lnTo>
                      <a:pt x="43092" y="2483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2" name="Google Shape;1472;p38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extrusionOk="0">
                    <a:moveTo>
                      <a:pt x="33730" y="0"/>
                    </a:move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3" name="Google Shape;1473;p38"/>
              <p:cNvSpPr/>
              <p:nvPr/>
            </p:nvSpPr>
            <p:spPr>
              <a:xfrm>
                <a:off x="2412325" y="1011650"/>
                <a:ext cx="1185200" cy="212500"/>
              </a:xfrm>
              <a:custGeom>
                <a:avLst/>
                <a:gdLst/>
                <a:ahLst/>
                <a:cxnLst/>
                <a:rect l="l" t="t" r="r" b="b"/>
                <a:pathLst>
                  <a:path w="47408" h="8500" fill="none" extrusionOk="0">
                    <a:moveTo>
                      <a:pt x="0" y="6640"/>
                    </a:moveTo>
                    <a:lnTo>
                      <a:pt x="0" y="6640"/>
                    </a:lnTo>
                    <a:lnTo>
                      <a:pt x="1195" y="6374"/>
                    </a:lnTo>
                    <a:lnTo>
                      <a:pt x="2590" y="6242"/>
                    </a:lnTo>
                    <a:lnTo>
                      <a:pt x="4050" y="6109"/>
                    </a:lnTo>
                    <a:lnTo>
                      <a:pt x="5644" y="6042"/>
                    </a:lnTo>
                    <a:lnTo>
                      <a:pt x="7304" y="6042"/>
                    </a:lnTo>
                    <a:lnTo>
                      <a:pt x="9030" y="6109"/>
                    </a:lnTo>
                    <a:lnTo>
                      <a:pt x="10823" y="6175"/>
                    </a:lnTo>
                    <a:lnTo>
                      <a:pt x="12616" y="6308"/>
                    </a:lnTo>
                    <a:lnTo>
                      <a:pt x="16201" y="6706"/>
                    </a:lnTo>
                    <a:lnTo>
                      <a:pt x="19720" y="7171"/>
                    </a:lnTo>
                    <a:lnTo>
                      <a:pt x="22907" y="7769"/>
                    </a:lnTo>
                    <a:lnTo>
                      <a:pt x="24368" y="8101"/>
                    </a:lnTo>
                    <a:lnTo>
                      <a:pt x="25696" y="8499"/>
                    </a:lnTo>
                    <a:lnTo>
                      <a:pt x="25696" y="8499"/>
                    </a:lnTo>
                    <a:lnTo>
                      <a:pt x="26758" y="7702"/>
                    </a:lnTo>
                    <a:lnTo>
                      <a:pt x="27887" y="6972"/>
                    </a:lnTo>
                    <a:lnTo>
                      <a:pt x="29016" y="6242"/>
                    </a:lnTo>
                    <a:lnTo>
                      <a:pt x="30211" y="5578"/>
                    </a:lnTo>
                    <a:lnTo>
                      <a:pt x="31472" y="4980"/>
                    </a:lnTo>
                    <a:lnTo>
                      <a:pt x="32800" y="4382"/>
                    </a:lnTo>
                    <a:lnTo>
                      <a:pt x="34128" y="3918"/>
                    </a:lnTo>
                    <a:lnTo>
                      <a:pt x="35523" y="3386"/>
                    </a:lnTo>
                    <a:lnTo>
                      <a:pt x="36983" y="2988"/>
                    </a:lnTo>
                    <a:lnTo>
                      <a:pt x="38378" y="2590"/>
                    </a:lnTo>
                    <a:lnTo>
                      <a:pt x="39905" y="2258"/>
                    </a:lnTo>
                    <a:lnTo>
                      <a:pt x="41366" y="1992"/>
                    </a:lnTo>
                    <a:lnTo>
                      <a:pt x="42893" y="1726"/>
                    </a:lnTo>
                    <a:lnTo>
                      <a:pt x="44353" y="1527"/>
                    </a:lnTo>
                    <a:lnTo>
                      <a:pt x="45881" y="1395"/>
                    </a:lnTo>
                    <a:lnTo>
                      <a:pt x="47408" y="1262"/>
                    </a:lnTo>
                    <a:lnTo>
                      <a:pt x="47408" y="1262"/>
                    </a:lnTo>
                    <a:lnTo>
                      <a:pt x="45681" y="996"/>
                    </a:lnTo>
                    <a:lnTo>
                      <a:pt x="43955" y="731"/>
                    </a:lnTo>
                    <a:lnTo>
                      <a:pt x="40502" y="332"/>
                    </a:lnTo>
                    <a:lnTo>
                      <a:pt x="37116" y="133"/>
                    </a:lnTo>
                    <a:lnTo>
                      <a:pt x="33730" y="0"/>
                    </a:lnTo>
                    <a:lnTo>
                      <a:pt x="30410" y="67"/>
                    </a:lnTo>
                    <a:lnTo>
                      <a:pt x="27223" y="199"/>
                    </a:lnTo>
                    <a:lnTo>
                      <a:pt x="24036" y="531"/>
                    </a:lnTo>
                    <a:lnTo>
                      <a:pt x="20982" y="863"/>
                    </a:lnTo>
                    <a:lnTo>
                      <a:pt x="17994" y="1395"/>
                    </a:lnTo>
                    <a:lnTo>
                      <a:pt x="15072" y="1926"/>
                    </a:lnTo>
                    <a:lnTo>
                      <a:pt x="12284" y="2590"/>
                    </a:lnTo>
                    <a:lnTo>
                      <a:pt x="9561" y="3320"/>
                    </a:lnTo>
                    <a:lnTo>
                      <a:pt x="6972" y="4050"/>
                    </a:lnTo>
                    <a:lnTo>
                      <a:pt x="4515" y="4914"/>
                    </a:lnTo>
                    <a:lnTo>
                      <a:pt x="2191" y="5710"/>
                    </a:lnTo>
                    <a:lnTo>
                      <a:pt x="0" y="664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4" name="Google Shape;1474;p38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extrusionOk="0">
                    <a:moveTo>
                      <a:pt x="23904" y="1"/>
                    </a:move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5" name="Google Shape;1475;p38"/>
              <p:cNvSpPr/>
              <p:nvPr/>
            </p:nvSpPr>
            <p:spPr>
              <a:xfrm>
                <a:off x="2565025" y="2533800"/>
                <a:ext cx="1894000" cy="1138750"/>
              </a:xfrm>
              <a:custGeom>
                <a:avLst/>
                <a:gdLst/>
                <a:ahLst/>
                <a:cxnLst/>
                <a:rect l="l" t="t" r="r" b="b"/>
                <a:pathLst>
                  <a:path w="75760" h="45550" fill="none" extrusionOk="0">
                    <a:moveTo>
                      <a:pt x="75760" y="35656"/>
                    </a:moveTo>
                    <a:lnTo>
                      <a:pt x="75760" y="35656"/>
                    </a:lnTo>
                    <a:lnTo>
                      <a:pt x="75361" y="32270"/>
                    </a:lnTo>
                    <a:lnTo>
                      <a:pt x="74764" y="28883"/>
                    </a:lnTo>
                    <a:lnTo>
                      <a:pt x="74166" y="25431"/>
                    </a:lnTo>
                    <a:lnTo>
                      <a:pt x="73370" y="21978"/>
                    </a:lnTo>
                    <a:lnTo>
                      <a:pt x="72440" y="18525"/>
                    </a:lnTo>
                    <a:lnTo>
                      <a:pt x="71444" y="15073"/>
                    </a:lnTo>
                    <a:lnTo>
                      <a:pt x="70315" y="11620"/>
                    </a:lnTo>
                    <a:lnTo>
                      <a:pt x="69054" y="8167"/>
                    </a:lnTo>
                    <a:lnTo>
                      <a:pt x="69054" y="8167"/>
                    </a:lnTo>
                    <a:lnTo>
                      <a:pt x="67659" y="8765"/>
                    </a:lnTo>
                    <a:lnTo>
                      <a:pt x="66265" y="9296"/>
                    </a:lnTo>
                    <a:lnTo>
                      <a:pt x="64804" y="9761"/>
                    </a:lnTo>
                    <a:lnTo>
                      <a:pt x="63410" y="10159"/>
                    </a:lnTo>
                    <a:lnTo>
                      <a:pt x="61949" y="10491"/>
                    </a:lnTo>
                    <a:lnTo>
                      <a:pt x="60488" y="10757"/>
                    </a:lnTo>
                    <a:lnTo>
                      <a:pt x="58961" y="11022"/>
                    </a:lnTo>
                    <a:lnTo>
                      <a:pt x="57501" y="11155"/>
                    </a:lnTo>
                    <a:lnTo>
                      <a:pt x="56040" y="11288"/>
                    </a:lnTo>
                    <a:lnTo>
                      <a:pt x="54513" y="11354"/>
                    </a:lnTo>
                    <a:lnTo>
                      <a:pt x="52986" y="11354"/>
                    </a:lnTo>
                    <a:lnTo>
                      <a:pt x="51525" y="11288"/>
                    </a:lnTo>
                    <a:lnTo>
                      <a:pt x="49998" y="11155"/>
                    </a:lnTo>
                    <a:lnTo>
                      <a:pt x="48537" y="11022"/>
                    </a:lnTo>
                    <a:lnTo>
                      <a:pt x="47010" y="10757"/>
                    </a:lnTo>
                    <a:lnTo>
                      <a:pt x="45549" y="10491"/>
                    </a:lnTo>
                    <a:lnTo>
                      <a:pt x="44088" y="10226"/>
                    </a:lnTo>
                    <a:lnTo>
                      <a:pt x="42561" y="9827"/>
                    </a:lnTo>
                    <a:lnTo>
                      <a:pt x="41100" y="9429"/>
                    </a:lnTo>
                    <a:lnTo>
                      <a:pt x="39706" y="8964"/>
                    </a:lnTo>
                    <a:lnTo>
                      <a:pt x="38245" y="8433"/>
                    </a:lnTo>
                    <a:lnTo>
                      <a:pt x="36851" y="7902"/>
                    </a:lnTo>
                    <a:lnTo>
                      <a:pt x="35457" y="7304"/>
                    </a:lnTo>
                    <a:lnTo>
                      <a:pt x="34062" y="6640"/>
                    </a:lnTo>
                    <a:lnTo>
                      <a:pt x="32668" y="5976"/>
                    </a:lnTo>
                    <a:lnTo>
                      <a:pt x="31340" y="5246"/>
                    </a:lnTo>
                    <a:lnTo>
                      <a:pt x="30079" y="4449"/>
                    </a:lnTo>
                    <a:lnTo>
                      <a:pt x="28751" y="3652"/>
                    </a:lnTo>
                    <a:lnTo>
                      <a:pt x="27489" y="2789"/>
                    </a:lnTo>
                    <a:lnTo>
                      <a:pt x="26294" y="1860"/>
                    </a:lnTo>
                    <a:lnTo>
                      <a:pt x="25099" y="930"/>
                    </a:lnTo>
                    <a:lnTo>
                      <a:pt x="23904" y="1"/>
                    </a:lnTo>
                    <a:lnTo>
                      <a:pt x="23904" y="1"/>
                    </a:lnTo>
                    <a:lnTo>
                      <a:pt x="20650" y="3453"/>
                    </a:lnTo>
                    <a:lnTo>
                      <a:pt x="17330" y="7171"/>
                    </a:lnTo>
                    <a:lnTo>
                      <a:pt x="14143" y="10956"/>
                    </a:lnTo>
                    <a:lnTo>
                      <a:pt x="11089" y="14807"/>
                    </a:lnTo>
                    <a:lnTo>
                      <a:pt x="8101" y="18725"/>
                    </a:lnTo>
                    <a:lnTo>
                      <a:pt x="5246" y="22708"/>
                    </a:lnTo>
                    <a:lnTo>
                      <a:pt x="2524" y="26559"/>
                    </a:lnTo>
                    <a:lnTo>
                      <a:pt x="1" y="30411"/>
                    </a:lnTo>
                    <a:lnTo>
                      <a:pt x="1" y="30411"/>
                    </a:lnTo>
                    <a:lnTo>
                      <a:pt x="1993" y="31938"/>
                    </a:lnTo>
                    <a:lnTo>
                      <a:pt x="3984" y="33398"/>
                    </a:lnTo>
                    <a:lnTo>
                      <a:pt x="6109" y="34793"/>
                    </a:lnTo>
                    <a:lnTo>
                      <a:pt x="8300" y="36121"/>
                    </a:lnTo>
                    <a:lnTo>
                      <a:pt x="10558" y="37316"/>
                    </a:lnTo>
                    <a:lnTo>
                      <a:pt x="12815" y="38511"/>
                    </a:lnTo>
                    <a:lnTo>
                      <a:pt x="15139" y="39573"/>
                    </a:lnTo>
                    <a:lnTo>
                      <a:pt x="17529" y="40569"/>
                    </a:lnTo>
                    <a:lnTo>
                      <a:pt x="19986" y="41432"/>
                    </a:lnTo>
                    <a:lnTo>
                      <a:pt x="22443" y="42296"/>
                    </a:lnTo>
                    <a:lnTo>
                      <a:pt x="24900" y="43026"/>
                    </a:lnTo>
                    <a:lnTo>
                      <a:pt x="27423" y="43690"/>
                    </a:lnTo>
                    <a:lnTo>
                      <a:pt x="30012" y="44221"/>
                    </a:lnTo>
                    <a:lnTo>
                      <a:pt x="32535" y="44686"/>
                    </a:lnTo>
                    <a:lnTo>
                      <a:pt x="35125" y="45018"/>
                    </a:lnTo>
                    <a:lnTo>
                      <a:pt x="37648" y="45350"/>
                    </a:lnTo>
                    <a:lnTo>
                      <a:pt x="40237" y="45483"/>
                    </a:lnTo>
                    <a:lnTo>
                      <a:pt x="42827" y="45549"/>
                    </a:lnTo>
                    <a:lnTo>
                      <a:pt x="45350" y="45549"/>
                    </a:lnTo>
                    <a:lnTo>
                      <a:pt x="47939" y="45416"/>
                    </a:lnTo>
                    <a:lnTo>
                      <a:pt x="50462" y="45217"/>
                    </a:lnTo>
                    <a:lnTo>
                      <a:pt x="52986" y="44885"/>
                    </a:lnTo>
                    <a:lnTo>
                      <a:pt x="55442" y="44487"/>
                    </a:lnTo>
                    <a:lnTo>
                      <a:pt x="57899" y="43956"/>
                    </a:lnTo>
                    <a:lnTo>
                      <a:pt x="60289" y="43292"/>
                    </a:lnTo>
                    <a:lnTo>
                      <a:pt x="62680" y="42561"/>
                    </a:lnTo>
                    <a:lnTo>
                      <a:pt x="65003" y="41698"/>
                    </a:lnTo>
                    <a:lnTo>
                      <a:pt x="67261" y="40702"/>
                    </a:lnTo>
                    <a:lnTo>
                      <a:pt x="69518" y="39640"/>
                    </a:lnTo>
                    <a:lnTo>
                      <a:pt x="71643" y="38445"/>
                    </a:lnTo>
                    <a:lnTo>
                      <a:pt x="73768" y="37117"/>
                    </a:lnTo>
                    <a:lnTo>
                      <a:pt x="75760" y="35656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6" name="Google Shape;1476;p38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extrusionOk="0">
                    <a:moveTo>
                      <a:pt x="17396" y="1"/>
                    </a:move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7" name="Google Shape;1477;p38"/>
              <p:cNvSpPr/>
              <p:nvPr/>
            </p:nvSpPr>
            <p:spPr>
              <a:xfrm>
                <a:off x="1379850" y="1665650"/>
                <a:ext cx="903025" cy="2486600"/>
              </a:xfrm>
              <a:custGeom>
                <a:avLst/>
                <a:gdLst/>
                <a:ahLst/>
                <a:cxnLst/>
                <a:rect l="l" t="t" r="r" b="b"/>
                <a:pathLst>
                  <a:path w="36121" h="99464" fill="none" extrusionOk="0">
                    <a:moveTo>
                      <a:pt x="36120" y="66730"/>
                    </a:moveTo>
                    <a:lnTo>
                      <a:pt x="36120" y="66730"/>
                    </a:lnTo>
                    <a:lnTo>
                      <a:pt x="34460" y="64937"/>
                    </a:lnTo>
                    <a:lnTo>
                      <a:pt x="32867" y="63145"/>
                    </a:lnTo>
                    <a:lnTo>
                      <a:pt x="31273" y="61285"/>
                    </a:lnTo>
                    <a:lnTo>
                      <a:pt x="29812" y="59360"/>
                    </a:lnTo>
                    <a:lnTo>
                      <a:pt x="28418" y="57434"/>
                    </a:lnTo>
                    <a:lnTo>
                      <a:pt x="27156" y="55442"/>
                    </a:lnTo>
                    <a:lnTo>
                      <a:pt x="25895" y="53384"/>
                    </a:lnTo>
                    <a:lnTo>
                      <a:pt x="24700" y="51392"/>
                    </a:lnTo>
                    <a:lnTo>
                      <a:pt x="23571" y="49268"/>
                    </a:lnTo>
                    <a:lnTo>
                      <a:pt x="22509" y="47209"/>
                    </a:lnTo>
                    <a:lnTo>
                      <a:pt x="21579" y="45085"/>
                    </a:lnTo>
                    <a:lnTo>
                      <a:pt x="20650" y="42960"/>
                    </a:lnTo>
                    <a:lnTo>
                      <a:pt x="19853" y="40769"/>
                    </a:lnTo>
                    <a:lnTo>
                      <a:pt x="19056" y="38578"/>
                    </a:lnTo>
                    <a:lnTo>
                      <a:pt x="18392" y="36386"/>
                    </a:lnTo>
                    <a:lnTo>
                      <a:pt x="17728" y="34195"/>
                    </a:lnTo>
                    <a:lnTo>
                      <a:pt x="17197" y="32004"/>
                    </a:lnTo>
                    <a:lnTo>
                      <a:pt x="16732" y="29813"/>
                    </a:lnTo>
                    <a:lnTo>
                      <a:pt x="16267" y="27622"/>
                    </a:lnTo>
                    <a:lnTo>
                      <a:pt x="15935" y="25364"/>
                    </a:lnTo>
                    <a:lnTo>
                      <a:pt x="15670" y="23173"/>
                    </a:lnTo>
                    <a:lnTo>
                      <a:pt x="15471" y="20982"/>
                    </a:lnTo>
                    <a:lnTo>
                      <a:pt x="15338" y="18791"/>
                    </a:lnTo>
                    <a:lnTo>
                      <a:pt x="15271" y="16600"/>
                    </a:lnTo>
                    <a:lnTo>
                      <a:pt x="15338" y="14475"/>
                    </a:lnTo>
                    <a:lnTo>
                      <a:pt x="15404" y="12351"/>
                    </a:lnTo>
                    <a:lnTo>
                      <a:pt x="15537" y="10226"/>
                    </a:lnTo>
                    <a:lnTo>
                      <a:pt x="15803" y="8101"/>
                    </a:lnTo>
                    <a:lnTo>
                      <a:pt x="16068" y="6043"/>
                    </a:lnTo>
                    <a:lnTo>
                      <a:pt x="16467" y="3985"/>
                    </a:lnTo>
                    <a:lnTo>
                      <a:pt x="16865" y="1993"/>
                    </a:lnTo>
                    <a:lnTo>
                      <a:pt x="17396" y="1"/>
                    </a:lnTo>
                    <a:lnTo>
                      <a:pt x="17396" y="1"/>
                    </a:lnTo>
                    <a:lnTo>
                      <a:pt x="16267" y="1395"/>
                    </a:lnTo>
                    <a:lnTo>
                      <a:pt x="15139" y="2789"/>
                    </a:lnTo>
                    <a:lnTo>
                      <a:pt x="14076" y="4184"/>
                    </a:lnTo>
                    <a:lnTo>
                      <a:pt x="13080" y="5644"/>
                    </a:lnTo>
                    <a:lnTo>
                      <a:pt x="12084" y="7105"/>
                    </a:lnTo>
                    <a:lnTo>
                      <a:pt x="11155" y="8566"/>
                    </a:lnTo>
                    <a:lnTo>
                      <a:pt x="10225" y="10027"/>
                    </a:lnTo>
                    <a:lnTo>
                      <a:pt x="9362" y="11554"/>
                    </a:lnTo>
                    <a:lnTo>
                      <a:pt x="8565" y="13081"/>
                    </a:lnTo>
                    <a:lnTo>
                      <a:pt x="7768" y="14608"/>
                    </a:lnTo>
                    <a:lnTo>
                      <a:pt x="6972" y="16135"/>
                    </a:lnTo>
                    <a:lnTo>
                      <a:pt x="6308" y="17662"/>
                    </a:lnTo>
                    <a:lnTo>
                      <a:pt x="5644" y="19256"/>
                    </a:lnTo>
                    <a:lnTo>
                      <a:pt x="4980" y="20849"/>
                    </a:lnTo>
                    <a:lnTo>
                      <a:pt x="3851" y="24037"/>
                    </a:lnTo>
                    <a:lnTo>
                      <a:pt x="2789" y="27290"/>
                    </a:lnTo>
                    <a:lnTo>
                      <a:pt x="1992" y="30543"/>
                    </a:lnTo>
                    <a:lnTo>
                      <a:pt x="1262" y="33863"/>
                    </a:lnTo>
                    <a:lnTo>
                      <a:pt x="730" y="37183"/>
                    </a:lnTo>
                    <a:lnTo>
                      <a:pt x="332" y="40503"/>
                    </a:lnTo>
                    <a:lnTo>
                      <a:pt x="66" y="43823"/>
                    </a:lnTo>
                    <a:lnTo>
                      <a:pt x="0" y="47209"/>
                    </a:lnTo>
                    <a:lnTo>
                      <a:pt x="66" y="50529"/>
                    </a:lnTo>
                    <a:lnTo>
                      <a:pt x="266" y="53849"/>
                    </a:lnTo>
                    <a:lnTo>
                      <a:pt x="664" y="57169"/>
                    </a:lnTo>
                    <a:lnTo>
                      <a:pt x="1195" y="60489"/>
                    </a:lnTo>
                    <a:lnTo>
                      <a:pt x="1859" y="63809"/>
                    </a:lnTo>
                    <a:lnTo>
                      <a:pt x="2656" y="67062"/>
                    </a:lnTo>
                    <a:lnTo>
                      <a:pt x="3652" y="70316"/>
                    </a:lnTo>
                    <a:lnTo>
                      <a:pt x="4781" y="73503"/>
                    </a:lnTo>
                    <a:lnTo>
                      <a:pt x="6042" y="76623"/>
                    </a:lnTo>
                    <a:lnTo>
                      <a:pt x="6773" y="78150"/>
                    </a:lnTo>
                    <a:lnTo>
                      <a:pt x="7503" y="79678"/>
                    </a:lnTo>
                    <a:lnTo>
                      <a:pt x="8233" y="81205"/>
                    </a:lnTo>
                    <a:lnTo>
                      <a:pt x="9030" y="82732"/>
                    </a:lnTo>
                    <a:lnTo>
                      <a:pt x="9893" y="84259"/>
                    </a:lnTo>
                    <a:lnTo>
                      <a:pt x="10823" y="85720"/>
                    </a:lnTo>
                    <a:lnTo>
                      <a:pt x="11686" y="87180"/>
                    </a:lnTo>
                    <a:lnTo>
                      <a:pt x="12682" y="88641"/>
                    </a:lnTo>
                    <a:lnTo>
                      <a:pt x="13678" y="90036"/>
                    </a:lnTo>
                    <a:lnTo>
                      <a:pt x="14674" y="91430"/>
                    </a:lnTo>
                    <a:lnTo>
                      <a:pt x="15803" y="92824"/>
                    </a:lnTo>
                    <a:lnTo>
                      <a:pt x="16865" y="94219"/>
                    </a:lnTo>
                    <a:lnTo>
                      <a:pt x="17994" y="95546"/>
                    </a:lnTo>
                    <a:lnTo>
                      <a:pt x="19189" y="96874"/>
                    </a:lnTo>
                    <a:lnTo>
                      <a:pt x="20450" y="98202"/>
                    </a:lnTo>
                    <a:lnTo>
                      <a:pt x="21712" y="99464"/>
                    </a:lnTo>
                    <a:lnTo>
                      <a:pt x="21712" y="99464"/>
                    </a:lnTo>
                    <a:lnTo>
                      <a:pt x="22243" y="97339"/>
                    </a:lnTo>
                    <a:lnTo>
                      <a:pt x="22907" y="95215"/>
                    </a:lnTo>
                    <a:lnTo>
                      <a:pt x="23637" y="93090"/>
                    </a:lnTo>
                    <a:lnTo>
                      <a:pt x="24368" y="90965"/>
                    </a:lnTo>
                    <a:lnTo>
                      <a:pt x="25165" y="88907"/>
                    </a:lnTo>
                    <a:lnTo>
                      <a:pt x="26028" y="86782"/>
                    </a:lnTo>
                    <a:lnTo>
                      <a:pt x="26891" y="84657"/>
                    </a:lnTo>
                    <a:lnTo>
                      <a:pt x="27820" y="82599"/>
                    </a:lnTo>
                    <a:lnTo>
                      <a:pt x="29746" y="78482"/>
                    </a:lnTo>
                    <a:lnTo>
                      <a:pt x="31804" y="74432"/>
                    </a:lnTo>
                    <a:lnTo>
                      <a:pt x="33929" y="70515"/>
                    </a:lnTo>
                    <a:lnTo>
                      <a:pt x="36120" y="6673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8" name="Google Shape;1478;p38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extrusionOk="0">
                    <a:moveTo>
                      <a:pt x="20783" y="1"/>
                    </a:move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9" name="Google Shape;1479;p38"/>
              <p:cNvSpPr/>
              <p:nvPr/>
            </p:nvSpPr>
            <p:spPr>
              <a:xfrm>
                <a:off x="3318625" y="1974400"/>
                <a:ext cx="888100" cy="627475"/>
              </a:xfrm>
              <a:custGeom>
                <a:avLst/>
                <a:gdLst/>
                <a:ahLst/>
                <a:cxnLst/>
                <a:rect l="l" t="t" r="r" b="b"/>
                <a:pathLst>
                  <a:path w="35524" h="25099" fill="none" extrusionOk="0">
                    <a:moveTo>
                      <a:pt x="35523" y="22642"/>
                    </a:moveTo>
                    <a:lnTo>
                      <a:pt x="35523" y="22642"/>
                    </a:lnTo>
                    <a:lnTo>
                      <a:pt x="33996" y="19654"/>
                    </a:lnTo>
                    <a:lnTo>
                      <a:pt x="32403" y="16666"/>
                    </a:lnTo>
                    <a:lnTo>
                      <a:pt x="30743" y="13745"/>
                    </a:lnTo>
                    <a:lnTo>
                      <a:pt x="28950" y="10890"/>
                    </a:lnTo>
                    <a:lnTo>
                      <a:pt x="27025" y="8035"/>
                    </a:lnTo>
                    <a:lnTo>
                      <a:pt x="25033" y="5312"/>
                    </a:lnTo>
                    <a:lnTo>
                      <a:pt x="22974" y="2657"/>
                    </a:lnTo>
                    <a:lnTo>
                      <a:pt x="20783" y="1"/>
                    </a:lnTo>
                    <a:lnTo>
                      <a:pt x="20783" y="1"/>
                    </a:lnTo>
                    <a:lnTo>
                      <a:pt x="18260" y="1727"/>
                    </a:lnTo>
                    <a:lnTo>
                      <a:pt x="15737" y="3520"/>
                    </a:lnTo>
                    <a:lnTo>
                      <a:pt x="13148" y="5445"/>
                    </a:lnTo>
                    <a:lnTo>
                      <a:pt x="10558" y="7437"/>
                    </a:lnTo>
                    <a:lnTo>
                      <a:pt x="7902" y="9495"/>
                    </a:lnTo>
                    <a:lnTo>
                      <a:pt x="5313" y="11687"/>
                    </a:lnTo>
                    <a:lnTo>
                      <a:pt x="2657" y="13944"/>
                    </a:lnTo>
                    <a:lnTo>
                      <a:pt x="1" y="16334"/>
                    </a:lnTo>
                    <a:lnTo>
                      <a:pt x="1" y="16334"/>
                    </a:lnTo>
                    <a:lnTo>
                      <a:pt x="1063" y="17131"/>
                    </a:lnTo>
                    <a:lnTo>
                      <a:pt x="2126" y="17928"/>
                    </a:lnTo>
                    <a:lnTo>
                      <a:pt x="3188" y="18725"/>
                    </a:lnTo>
                    <a:lnTo>
                      <a:pt x="4250" y="19389"/>
                    </a:lnTo>
                    <a:lnTo>
                      <a:pt x="5379" y="20053"/>
                    </a:lnTo>
                    <a:lnTo>
                      <a:pt x="6508" y="20717"/>
                    </a:lnTo>
                    <a:lnTo>
                      <a:pt x="7637" y="21314"/>
                    </a:lnTo>
                    <a:lnTo>
                      <a:pt x="8765" y="21845"/>
                    </a:lnTo>
                    <a:lnTo>
                      <a:pt x="9894" y="22310"/>
                    </a:lnTo>
                    <a:lnTo>
                      <a:pt x="11089" y="22775"/>
                    </a:lnTo>
                    <a:lnTo>
                      <a:pt x="12218" y="23173"/>
                    </a:lnTo>
                    <a:lnTo>
                      <a:pt x="13413" y="23572"/>
                    </a:lnTo>
                    <a:lnTo>
                      <a:pt x="14542" y="23904"/>
                    </a:lnTo>
                    <a:lnTo>
                      <a:pt x="15737" y="24169"/>
                    </a:lnTo>
                    <a:lnTo>
                      <a:pt x="18061" y="24634"/>
                    </a:lnTo>
                    <a:lnTo>
                      <a:pt x="20451" y="24966"/>
                    </a:lnTo>
                    <a:lnTo>
                      <a:pt x="22709" y="25099"/>
                    </a:lnTo>
                    <a:lnTo>
                      <a:pt x="25033" y="25099"/>
                    </a:lnTo>
                    <a:lnTo>
                      <a:pt x="26161" y="25032"/>
                    </a:lnTo>
                    <a:lnTo>
                      <a:pt x="27224" y="24900"/>
                    </a:lnTo>
                    <a:lnTo>
                      <a:pt x="28353" y="24767"/>
                    </a:lnTo>
                    <a:lnTo>
                      <a:pt x="29415" y="24568"/>
                    </a:lnTo>
                    <a:lnTo>
                      <a:pt x="30477" y="24302"/>
                    </a:lnTo>
                    <a:lnTo>
                      <a:pt x="31540" y="24103"/>
                    </a:lnTo>
                    <a:lnTo>
                      <a:pt x="32536" y="23771"/>
                    </a:lnTo>
                    <a:lnTo>
                      <a:pt x="33532" y="23439"/>
                    </a:lnTo>
                    <a:lnTo>
                      <a:pt x="34527" y="23040"/>
                    </a:lnTo>
                    <a:lnTo>
                      <a:pt x="35523" y="226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0" name="Google Shape;1480;p38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extrusionOk="0">
                    <a:moveTo>
                      <a:pt x="12683" y="0"/>
                    </a:move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1" name="Google Shape;1481;p38"/>
              <p:cNvSpPr/>
              <p:nvPr/>
            </p:nvSpPr>
            <p:spPr>
              <a:xfrm>
                <a:off x="3302025" y="1225775"/>
                <a:ext cx="962800" cy="464800"/>
              </a:xfrm>
              <a:custGeom>
                <a:avLst/>
                <a:gdLst/>
                <a:ahLst/>
                <a:cxnLst/>
                <a:rect l="l" t="t" r="r" b="b"/>
                <a:pathLst>
                  <a:path w="38512" h="18592" fill="none" extrusionOk="0">
                    <a:moveTo>
                      <a:pt x="22576" y="18592"/>
                    </a:moveTo>
                    <a:lnTo>
                      <a:pt x="22576" y="18592"/>
                    </a:lnTo>
                    <a:lnTo>
                      <a:pt x="24435" y="17264"/>
                    </a:lnTo>
                    <a:lnTo>
                      <a:pt x="26427" y="16002"/>
                    </a:lnTo>
                    <a:lnTo>
                      <a:pt x="28485" y="14741"/>
                    </a:lnTo>
                    <a:lnTo>
                      <a:pt x="30544" y="13545"/>
                    </a:lnTo>
                    <a:lnTo>
                      <a:pt x="32668" y="12417"/>
                    </a:lnTo>
                    <a:lnTo>
                      <a:pt x="34727" y="11354"/>
                    </a:lnTo>
                    <a:lnTo>
                      <a:pt x="36719" y="10491"/>
                    </a:lnTo>
                    <a:lnTo>
                      <a:pt x="38511" y="9761"/>
                    </a:lnTo>
                    <a:lnTo>
                      <a:pt x="38511" y="9761"/>
                    </a:lnTo>
                    <a:lnTo>
                      <a:pt x="37449" y="8632"/>
                    </a:lnTo>
                    <a:lnTo>
                      <a:pt x="36254" y="7636"/>
                    </a:lnTo>
                    <a:lnTo>
                      <a:pt x="35059" y="6707"/>
                    </a:lnTo>
                    <a:lnTo>
                      <a:pt x="33864" y="5843"/>
                    </a:lnTo>
                    <a:lnTo>
                      <a:pt x="32602" y="5047"/>
                    </a:lnTo>
                    <a:lnTo>
                      <a:pt x="31340" y="4316"/>
                    </a:lnTo>
                    <a:lnTo>
                      <a:pt x="30079" y="3652"/>
                    </a:lnTo>
                    <a:lnTo>
                      <a:pt x="28751" y="3055"/>
                    </a:lnTo>
                    <a:lnTo>
                      <a:pt x="27423" y="2524"/>
                    </a:lnTo>
                    <a:lnTo>
                      <a:pt x="26095" y="1992"/>
                    </a:lnTo>
                    <a:lnTo>
                      <a:pt x="24701" y="1594"/>
                    </a:lnTo>
                    <a:lnTo>
                      <a:pt x="23373" y="1196"/>
                    </a:lnTo>
                    <a:lnTo>
                      <a:pt x="22045" y="864"/>
                    </a:lnTo>
                    <a:lnTo>
                      <a:pt x="20650" y="598"/>
                    </a:lnTo>
                    <a:lnTo>
                      <a:pt x="19323" y="399"/>
                    </a:lnTo>
                    <a:lnTo>
                      <a:pt x="17928" y="200"/>
                    </a:lnTo>
                    <a:lnTo>
                      <a:pt x="16600" y="67"/>
                    </a:lnTo>
                    <a:lnTo>
                      <a:pt x="15272" y="0"/>
                    </a:lnTo>
                    <a:lnTo>
                      <a:pt x="14011" y="0"/>
                    </a:lnTo>
                    <a:lnTo>
                      <a:pt x="12683" y="0"/>
                    </a:lnTo>
                    <a:lnTo>
                      <a:pt x="11421" y="67"/>
                    </a:lnTo>
                    <a:lnTo>
                      <a:pt x="10226" y="200"/>
                    </a:lnTo>
                    <a:lnTo>
                      <a:pt x="9031" y="332"/>
                    </a:lnTo>
                    <a:lnTo>
                      <a:pt x="7836" y="532"/>
                    </a:lnTo>
                    <a:lnTo>
                      <a:pt x="6707" y="797"/>
                    </a:lnTo>
                    <a:lnTo>
                      <a:pt x="5578" y="1063"/>
                    </a:lnTo>
                    <a:lnTo>
                      <a:pt x="4516" y="1328"/>
                    </a:lnTo>
                    <a:lnTo>
                      <a:pt x="3520" y="1727"/>
                    </a:lnTo>
                    <a:lnTo>
                      <a:pt x="2590" y="2059"/>
                    </a:lnTo>
                    <a:lnTo>
                      <a:pt x="1661" y="2457"/>
                    </a:lnTo>
                    <a:lnTo>
                      <a:pt x="798" y="2922"/>
                    </a:lnTo>
                    <a:lnTo>
                      <a:pt x="1" y="3387"/>
                    </a:lnTo>
                    <a:lnTo>
                      <a:pt x="1" y="3387"/>
                    </a:lnTo>
                    <a:lnTo>
                      <a:pt x="3055" y="4781"/>
                    </a:lnTo>
                    <a:lnTo>
                      <a:pt x="6043" y="6375"/>
                    </a:lnTo>
                    <a:lnTo>
                      <a:pt x="8965" y="8034"/>
                    </a:lnTo>
                    <a:lnTo>
                      <a:pt x="11820" y="9894"/>
                    </a:lnTo>
                    <a:lnTo>
                      <a:pt x="14608" y="11886"/>
                    </a:lnTo>
                    <a:lnTo>
                      <a:pt x="17331" y="13944"/>
                    </a:lnTo>
                    <a:lnTo>
                      <a:pt x="19987" y="16201"/>
                    </a:lnTo>
                    <a:lnTo>
                      <a:pt x="22576" y="1859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2" name="Google Shape;1482;p38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extrusionOk="0">
                    <a:moveTo>
                      <a:pt x="13612" y="1"/>
                    </a:move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3" name="Google Shape;1483;p38"/>
              <p:cNvSpPr/>
              <p:nvPr/>
            </p:nvSpPr>
            <p:spPr>
              <a:xfrm>
                <a:off x="2108550" y="3483275"/>
                <a:ext cx="2365425" cy="1201825"/>
              </a:xfrm>
              <a:custGeom>
                <a:avLst/>
                <a:gdLst/>
                <a:ahLst/>
                <a:cxnLst/>
                <a:rect l="l" t="t" r="r" b="b"/>
                <a:pathLst>
                  <a:path w="94617" h="48073" fill="none" extrusionOk="0">
                    <a:moveTo>
                      <a:pt x="13612" y="1"/>
                    </a:moveTo>
                    <a:lnTo>
                      <a:pt x="13612" y="1"/>
                    </a:lnTo>
                    <a:lnTo>
                      <a:pt x="11952" y="2856"/>
                    </a:lnTo>
                    <a:lnTo>
                      <a:pt x="10425" y="5645"/>
                    </a:lnTo>
                    <a:lnTo>
                      <a:pt x="9097" y="8367"/>
                    </a:lnTo>
                    <a:lnTo>
                      <a:pt x="7835" y="10956"/>
                    </a:lnTo>
                    <a:lnTo>
                      <a:pt x="6706" y="13413"/>
                    </a:lnTo>
                    <a:lnTo>
                      <a:pt x="5644" y="15803"/>
                    </a:lnTo>
                    <a:lnTo>
                      <a:pt x="4715" y="18061"/>
                    </a:lnTo>
                    <a:lnTo>
                      <a:pt x="3851" y="20186"/>
                    </a:lnTo>
                    <a:lnTo>
                      <a:pt x="3121" y="22244"/>
                    </a:lnTo>
                    <a:lnTo>
                      <a:pt x="2457" y="24169"/>
                    </a:lnTo>
                    <a:lnTo>
                      <a:pt x="1859" y="25962"/>
                    </a:lnTo>
                    <a:lnTo>
                      <a:pt x="1395" y="27688"/>
                    </a:lnTo>
                    <a:lnTo>
                      <a:pt x="598" y="30743"/>
                    </a:lnTo>
                    <a:lnTo>
                      <a:pt x="0" y="33266"/>
                    </a:lnTo>
                    <a:lnTo>
                      <a:pt x="0" y="33266"/>
                    </a:lnTo>
                    <a:lnTo>
                      <a:pt x="2590" y="35125"/>
                    </a:lnTo>
                    <a:lnTo>
                      <a:pt x="5179" y="36785"/>
                    </a:lnTo>
                    <a:lnTo>
                      <a:pt x="7835" y="38378"/>
                    </a:lnTo>
                    <a:lnTo>
                      <a:pt x="10558" y="39906"/>
                    </a:lnTo>
                    <a:lnTo>
                      <a:pt x="13280" y="41234"/>
                    </a:lnTo>
                    <a:lnTo>
                      <a:pt x="16135" y="42495"/>
                    </a:lnTo>
                    <a:lnTo>
                      <a:pt x="18924" y="43557"/>
                    </a:lnTo>
                    <a:lnTo>
                      <a:pt x="21779" y="44553"/>
                    </a:lnTo>
                    <a:lnTo>
                      <a:pt x="24700" y="45417"/>
                    </a:lnTo>
                    <a:lnTo>
                      <a:pt x="27622" y="46147"/>
                    </a:lnTo>
                    <a:lnTo>
                      <a:pt x="30543" y="46811"/>
                    </a:lnTo>
                    <a:lnTo>
                      <a:pt x="33531" y="47276"/>
                    </a:lnTo>
                    <a:lnTo>
                      <a:pt x="36519" y="47674"/>
                    </a:lnTo>
                    <a:lnTo>
                      <a:pt x="39507" y="47940"/>
                    </a:lnTo>
                    <a:lnTo>
                      <a:pt x="42495" y="48072"/>
                    </a:lnTo>
                    <a:lnTo>
                      <a:pt x="45482" y="48072"/>
                    </a:lnTo>
                    <a:lnTo>
                      <a:pt x="48470" y="47940"/>
                    </a:lnTo>
                    <a:lnTo>
                      <a:pt x="51458" y="47674"/>
                    </a:lnTo>
                    <a:lnTo>
                      <a:pt x="54446" y="47342"/>
                    </a:lnTo>
                    <a:lnTo>
                      <a:pt x="57434" y="46877"/>
                    </a:lnTo>
                    <a:lnTo>
                      <a:pt x="60355" y="46280"/>
                    </a:lnTo>
                    <a:lnTo>
                      <a:pt x="63277" y="45549"/>
                    </a:lnTo>
                    <a:lnTo>
                      <a:pt x="66198" y="44686"/>
                    </a:lnTo>
                    <a:lnTo>
                      <a:pt x="69053" y="43757"/>
                    </a:lnTo>
                    <a:lnTo>
                      <a:pt x="71909" y="42628"/>
                    </a:lnTo>
                    <a:lnTo>
                      <a:pt x="74697" y="41433"/>
                    </a:lnTo>
                    <a:lnTo>
                      <a:pt x="77486" y="40105"/>
                    </a:lnTo>
                    <a:lnTo>
                      <a:pt x="80142" y="38644"/>
                    </a:lnTo>
                    <a:lnTo>
                      <a:pt x="82864" y="37051"/>
                    </a:lnTo>
                    <a:lnTo>
                      <a:pt x="85454" y="35391"/>
                    </a:lnTo>
                    <a:lnTo>
                      <a:pt x="87977" y="33531"/>
                    </a:lnTo>
                    <a:lnTo>
                      <a:pt x="90500" y="31606"/>
                    </a:lnTo>
                    <a:lnTo>
                      <a:pt x="90500" y="31606"/>
                    </a:lnTo>
                    <a:lnTo>
                      <a:pt x="90965" y="30344"/>
                    </a:lnTo>
                    <a:lnTo>
                      <a:pt x="91429" y="29083"/>
                    </a:lnTo>
                    <a:lnTo>
                      <a:pt x="91894" y="27755"/>
                    </a:lnTo>
                    <a:lnTo>
                      <a:pt x="92292" y="26361"/>
                    </a:lnTo>
                    <a:lnTo>
                      <a:pt x="92956" y="23572"/>
                    </a:lnTo>
                    <a:lnTo>
                      <a:pt x="93554" y="20650"/>
                    </a:lnTo>
                    <a:lnTo>
                      <a:pt x="94019" y="17596"/>
                    </a:lnTo>
                    <a:lnTo>
                      <a:pt x="94351" y="14409"/>
                    </a:lnTo>
                    <a:lnTo>
                      <a:pt x="94550" y="11222"/>
                    </a:lnTo>
                    <a:lnTo>
                      <a:pt x="94616" y="7836"/>
                    </a:lnTo>
                    <a:lnTo>
                      <a:pt x="94616" y="7836"/>
                    </a:lnTo>
                    <a:lnTo>
                      <a:pt x="92226" y="9164"/>
                    </a:lnTo>
                    <a:lnTo>
                      <a:pt x="89769" y="10425"/>
                    </a:lnTo>
                    <a:lnTo>
                      <a:pt x="87313" y="11488"/>
                    </a:lnTo>
                    <a:lnTo>
                      <a:pt x="84790" y="12484"/>
                    </a:lnTo>
                    <a:lnTo>
                      <a:pt x="82267" y="13347"/>
                    </a:lnTo>
                    <a:lnTo>
                      <a:pt x="79677" y="14143"/>
                    </a:lnTo>
                    <a:lnTo>
                      <a:pt x="77088" y="14741"/>
                    </a:lnTo>
                    <a:lnTo>
                      <a:pt x="74432" y="15272"/>
                    </a:lnTo>
                    <a:lnTo>
                      <a:pt x="71776" y="15737"/>
                    </a:lnTo>
                    <a:lnTo>
                      <a:pt x="69053" y="16069"/>
                    </a:lnTo>
                    <a:lnTo>
                      <a:pt x="66398" y="16268"/>
                    </a:lnTo>
                    <a:lnTo>
                      <a:pt x="63675" y="16401"/>
                    </a:lnTo>
                    <a:lnTo>
                      <a:pt x="60953" y="16401"/>
                    </a:lnTo>
                    <a:lnTo>
                      <a:pt x="58231" y="16335"/>
                    </a:lnTo>
                    <a:lnTo>
                      <a:pt x="55508" y="16135"/>
                    </a:lnTo>
                    <a:lnTo>
                      <a:pt x="52786" y="15870"/>
                    </a:lnTo>
                    <a:lnTo>
                      <a:pt x="50064" y="15538"/>
                    </a:lnTo>
                    <a:lnTo>
                      <a:pt x="47408" y="15073"/>
                    </a:lnTo>
                    <a:lnTo>
                      <a:pt x="44752" y="14542"/>
                    </a:lnTo>
                    <a:lnTo>
                      <a:pt x="42096" y="13878"/>
                    </a:lnTo>
                    <a:lnTo>
                      <a:pt x="39440" y="13147"/>
                    </a:lnTo>
                    <a:lnTo>
                      <a:pt x="36851" y="12351"/>
                    </a:lnTo>
                    <a:lnTo>
                      <a:pt x="34328" y="11488"/>
                    </a:lnTo>
                    <a:lnTo>
                      <a:pt x="31805" y="10492"/>
                    </a:lnTo>
                    <a:lnTo>
                      <a:pt x="29348" y="9429"/>
                    </a:lnTo>
                    <a:lnTo>
                      <a:pt x="26891" y="8300"/>
                    </a:lnTo>
                    <a:lnTo>
                      <a:pt x="24567" y="7105"/>
                    </a:lnTo>
                    <a:lnTo>
                      <a:pt x="22243" y="5844"/>
                    </a:lnTo>
                    <a:lnTo>
                      <a:pt x="19986" y="4449"/>
                    </a:lnTo>
                    <a:lnTo>
                      <a:pt x="17795" y="3055"/>
                    </a:lnTo>
                    <a:lnTo>
                      <a:pt x="15670" y="1528"/>
                    </a:lnTo>
                    <a:lnTo>
                      <a:pt x="13612" y="1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4" name="Google Shape;1484;p38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extrusionOk="0">
                    <a:moveTo>
                      <a:pt x="14940" y="1"/>
                    </a:move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5" name="Google Shape;1485;p38"/>
              <p:cNvSpPr/>
              <p:nvPr/>
            </p:nvSpPr>
            <p:spPr>
              <a:xfrm>
                <a:off x="4020775" y="1635775"/>
                <a:ext cx="501325" cy="773550"/>
              </a:xfrm>
              <a:custGeom>
                <a:avLst/>
                <a:gdLst/>
                <a:ahLst/>
                <a:cxnLst/>
                <a:rect l="l" t="t" r="r" b="b"/>
                <a:pathLst>
                  <a:path w="20053" h="30942" fill="none" extrusionOk="0">
                    <a:moveTo>
                      <a:pt x="14608" y="30942"/>
                    </a:moveTo>
                    <a:lnTo>
                      <a:pt x="14608" y="30942"/>
                    </a:lnTo>
                    <a:lnTo>
                      <a:pt x="15339" y="30145"/>
                    </a:lnTo>
                    <a:lnTo>
                      <a:pt x="16003" y="29348"/>
                    </a:lnTo>
                    <a:lnTo>
                      <a:pt x="16600" y="28419"/>
                    </a:lnTo>
                    <a:lnTo>
                      <a:pt x="17198" y="27555"/>
                    </a:lnTo>
                    <a:lnTo>
                      <a:pt x="17729" y="26626"/>
                    </a:lnTo>
                    <a:lnTo>
                      <a:pt x="18127" y="25696"/>
                    </a:lnTo>
                    <a:lnTo>
                      <a:pt x="18526" y="24700"/>
                    </a:lnTo>
                    <a:lnTo>
                      <a:pt x="18924" y="23704"/>
                    </a:lnTo>
                    <a:lnTo>
                      <a:pt x="19190" y="22708"/>
                    </a:lnTo>
                    <a:lnTo>
                      <a:pt x="19455" y="21712"/>
                    </a:lnTo>
                    <a:lnTo>
                      <a:pt x="19655" y="20650"/>
                    </a:lnTo>
                    <a:lnTo>
                      <a:pt x="19854" y="19654"/>
                    </a:lnTo>
                    <a:lnTo>
                      <a:pt x="19987" y="18592"/>
                    </a:lnTo>
                    <a:lnTo>
                      <a:pt x="20053" y="17529"/>
                    </a:lnTo>
                    <a:lnTo>
                      <a:pt x="20053" y="16467"/>
                    </a:lnTo>
                    <a:lnTo>
                      <a:pt x="20053" y="15405"/>
                    </a:lnTo>
                    <a:lnTo>
                      <a:pt x="20053" y="14342"/>
                    </a:lnTo>
                    <a:lnTo>
                      <a:pt x="19920" y="13280"/>
                    </a:lnTo>
                    <a:lnTo>
                      <a:pt x="19655" y="11222"/>
                    </a:lnTo>
                    <a:lnTo>
                      <a:pt x="19190" y="9163"/>
                    </a:lnTo>
                    <a:lnTo>
                      <a:pt x="18592" y="7105"/>
                    </a:lnTo>
                    <a:lnTo>
                      <a:pt x="17862" y="5180"/>
                    </a:lnTo>
                    <a:lnTo>
                      <a:pt x="16999" y="3320"/>
                    </a:lnTo>
                    <a:lnTo>
                      <a:pt x="16003" y="1594"/>
                    </a:lnTo>
                    <a:lnTo>
                      <a:pt x="15471" y="797"/>
                    </a:lnTo>
                    <a:lnTo>
                      <a:pt x="14940" y="1"/>
                    </a:lnTo>
                    <a:lnTo>
                      <a:pt x="14940" y="1"/>
                    </a:lnTo>
                    <a:lnTo>
                      <a:pt x="13347" y="598"/>
                    </a:lnTo>
                    <a:lnTo>
                      <a:pt x="11488" y="1461"/>
                    </a:lnTo>
                    <a:lnTo>
                      <a:pt x="9429" y="2524"/>
                    </a:lnTo>
                    <a:lnTo>
                      <a:pt x="7305" y="3719"/>
                    </a:lnTo>
                    <a:lnTo>
                      <a:pt x="5246" y="5047"/>
                    </a:lnTo>
                    <a:lnTo>
                      <a:pt x="3254" y="6308"/>
                    </a:lnTo>
                    <a:lnTo>
                      <a:pt x="1462" y="7570"/>
                    </a:lnTo>
                    <a:lnTo>
                      <a:pt x="1" y="8765"/>
                    </a:lnTo>
                    <a:lnTo>
                      <a:pt x="1" y="8765"/>
                    </a:lnTo>
                    <a:lnTo>
                      <a:pt x="2059" y="11222"/>
                    </a:lnTo>
                    <a:lnTo>
                      <a:pt x="4051" y="13811"/>
                    </a:lnTo>
                    <a:lnTo>
                      <a:pt x="5977" y="16467"/>
                    </a:lnTo>
                    <a:lnTo>
                      <a:pt x="7836" y="19189"/>
                    </a:lnTo>
                    <a:lnTo>
                      <a:pt x="9695" y="22044"/>
                    </a:lnTo>
                    <a:lnTo>
                      <a:pt x="11421" y="24966"/>
                    </a:lnTo>
                    <a:lnTo>
                      <a:pt x="13081" y="27954"/>
                    </a:lnTo>
                    <a:lnTo>
                      <a:pt x="14608" y="30942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6" name="Google Shape;1486;p38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extrusionOk="0">
                    <a:moveTo>
                      <a:pt x="10159" y="0"/>
                    </a:move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7" name="Google Shape;1487;p38"/>
              <p:cNvSpPr/>
              <p:nvPr/>
            </p:nvSpPr>
            <p:spPr>
              <a:xfrm>
                <a:off x="4478925" y="1959475"/>
                <a:ext cx="388450" cy="1274850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50994" fill="none" extrusionOk="0">
                    <a:moveTo>
                      <a:pt x="10159" y="0"/>
                    </a:moveTo>
                    <a:lnTo>
                      <a:pt x="10159" y="0"/>
                    </a:lnTo>
                    <a:lnTo>
                      <a:pt x="10359" y="1992"/>
                    </a:lnTo>
                    <a:lnTo>
                      <a:pt x="10359" y="3984"/>
                    </a:lnTo>
                    <a:lnTo>
                      <a:pt x="10292" y="5909"/>
                    </a:lnTo>
                    <a:lnTo>
                      <a:pt x="10093" y="7769"/>
                    </a:lnTo>
                    <a:lnTo>
                      <a:pt x="9827" y="9628"/>
                    </a:lnTo>
                    <a:lnTo>
                      <a:pt x="9429" y="11420"/>
                    </a:lnTo>
                    <a:lnTo>
                      <a:pt x="8898" y="13213"/>
                    </a:lnTo>
                    <a:lnTo>
                      <a:pt x="8300" y="14873"/>
                    </a:lnTo>
                    <a:lnTo>
                      <a:pt x="7570" y="16533"/>
                    </a:lnTo>
                    <a:lnTo>
                      <a:pt x="6773" y="18127"/>
                    </a:lnTo>
                    <a:lnTo>
                      <a:pt x="5844" y="19654"/>
                    </a:lnTo>
                    <a:lnTo>
                      <a:pt x="4848" y="21114"/>
                    </a:lnTo>
                    <a:lnTo>
                      <a:pt x="3785" y="22575"/>
                    </a:lnTo>
                    <a:lnTo>
                      <a:pt x="2590" y="23903"/>
                    </a:lnTo>
                    <a:lnTo>
                      <a:pt x="1329" y="25165"/>
                    </a:lnTo>
                    <a:lnTo>
                      <a:pt x="1" y="26360"/>
                    </a:lnTo>
                    <a:lnTo>
                      <a:pt x="1" y="26360"/>
                    </a:lnTo>
                    <a:lnTo>
                      <a:pt x="1196" y="29348"/>
                    </a:lnTo>
                    <a:lnTo>
                      <a:pt x="2258" y="32402"/>
                    </a:lnTo>
                    <a:lnTo>
                      <a:pt x="3254" y="35456"/>
                    </a:lnTo>
                    <a:lnTo>
                      <a:pt x="4184" y="38511"/>
                    </a:lnTo>
                    <a:lnTo>
                      <a:pt x="4980" y="41631"/>
                    </a:lnTo>
                    <a:lnTo>
                      <a:pt x="5711" y="44752"/>
                    </a:lnTo>
                    <a:lnTo>
                      <a:pt x="6375" y="47873"/>
                    </a:lnTo>
                    <a:lnTo>
                      <a:pt x="6972" y="50993"/>
                    </a:lnTo>
                    <a:lnTo>
                      <a:pt x="6972" y="50993"/>
                    </a:lnTo>
                    <a:lnTo>
                      <a:pt x="7968" y="49665"/>
                    </a:lnTo>
                    <a:lnTo>
                      <a:pt x="8898" y="48271"/>
                    </a:lnTo>
                    <a:lnTo>
                      <a:pt x="9761" y="46810"/>
                    </a:lnTo>
                    <a:lnTo>
                      <a:pt x="10558" y="45349"/>
                    </a:lnTo>
                    <a:lnTo>
                      <a:pt x="11288" y="43889"/>
                    </a:lnTo>
                    <a:lnTo>
                      <a:pt x="11952" y="42362"/>
                    </a:lnTo>
                    <a:lnTo>
                      <a:pt x="12616" y="40834"/>
                    </a:lnTo>
                    <a:lnTo>
                      <a:pt x="13147" y="39307"/>
                    </a:lnTo>
                    <a:lnTo>
                      <a:pt x="13612" y="37714"/>
                    </a:lnTo>
                    <a:lnTo>
                      <a:pt x="14077" y="36120"/>
                    </a:lnTo>
                    <a:lnTo>
                      <a:pt x="14475" y="34527"/>
                    </a:lnTo>
                    <a:lnTo>
                      <a:pt x="14807" y="32867"/>
                    </a:lnTo>
                    <a:lnTo>
                      <a:pt x="15006" y="31273"/>
                    </a:lnTo>
                    <a:lnTo>
                      <a:pt x="15272" y="29613"/>
                    </a:lnTo>
                    <a:lnTo>
                      <a:pt x="15405" y="27953"/>
                    </a:lnTo>
                    <a:lnTo>
                      <a:pt x="15471" y="26227"/>
                    </a:lnTo>
                    <a:lnTo>
                      <a:pt x="15538" y="24567"/>
                    </a:lnTo>
                    <a:lnTo>
                      <a:pt x="15538" y="22907"/>
                    </a:lnTo>
                    <a:lnTo>
                      <a:pt x="15471" y="21247"/>
                    </a:lnTo>
                    <a:lnTo>
                      <a:pt x="15338" y="19521"/>
                    </a:lnTo>
                    <a:lnTo>
                      <a:pt x="15139" y="17861"/>
                    </a:lnTo>
                    <a:lnTo>
                      <a:pt x="14940" y="16201"/>
                    </a:lnTo>
                    <a:lnTo>
                      <a:pt x="14674" y="14475"/>
                    </a:lnTo>
                    <a:lnTo>
                      <a:pt x="14342" y="12815"/>
                    </a:lnTo>
                    <a:lnTo>
                      <a:pt x="14010" y="11155"/>
                    </a:lnTo>
                    <a:lnTo>
                      <a:pt x="13612" y="9561"/>
                    </a:lnTo>
                    <a:lnTo>
                      <a:pt x="13147" y="7901"/>
                    </a:lnTo>
                    <a:lnTo>
                      <a:pt x="12616" y="6308"/>
                    </a:lnTo>
                    <a:lnTo>
                      <a:pt x="12085" y="4648"/>
                    </a:lnTo>
                    <a:lnTo>
                      <a:pt x="11487" y="3121"/>
                    </a:lnTo>
                    <a:lnTo>
                      <a:pt x="10823" y="1527"/>
                    </a:lnTo>
                    <a:lnTo>
                      <a:pt x="10159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8" name="Google Shape;1488;p38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extrusionOk="0">
                    <a:moveTo>
                      <a:pt x="4051" y="1"/>
                    </a:move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3013200" y="1469775"/>
                <a:ext cx="668975" cy="753650"/>
              </a:xfrm>
              <a:custGeom>
                <a:avLst/>
                <a:gdLst/>
                <a:ahLst/>
                <a:cxnLst/>
                <a:rect l="l" t="t" r="r" b="b"/>
                <a:pathLst>
                  <a:path w="26759" h="30146" fill="none" extrusionOk="0">
                    <a:moveTo>
                      <a:pt x="6242" y="30145"/>
                    </a:moveTo>
                    <a:lnTo>
                      <a:pt x="6242" y="30145"/>
                    </a:lnTo>
                    <a:lnTo>
                      <a:pt x="8832" y="27821"/>
                    </a:lnTo>
                    <a:lnTo>
                      <a:pt x="11355" y="25564"/>
                    </a:lnTo>
                    <a:lnTo>
                      <a:pt x="13944" y="23439"/>
                    </a:lnTo>
                    <a:lnTo>
                      <a:pt x="16534" y="21314"/>
                    </a:lnTo>
                    <a:lnTo>
                      <a:pt x="19123" y="19322"/>
                    </a:lnTo>
                    <a:lnTo>
                      <a:pt x="21646" y="17397"/>
                    </a:lnTo>
                    <a:lnTo>
                      <a:pt x="24236" y="15604"/>
                    </a:lnTo>
                    <a:lnTo>
                      <a:pt x="26759" y="13811"/>
                    </a:lnTo>
                    <a:lnTo>
                      <a:pt x="26759" y="13811"/>
                    </a:lnTo>
                    <a:lnTo>
                      <a:pt x="25431" y="12683"/>
                    </a:lnTo>
                    <a:lnTo>
                      <a:pt x="24169" y="11620"/>
                    </a:lnTo>
                    <a:lnTo>
                      <a:pt x="22841" y="10558"/>
                    </a:lnTo>
                    <a:lnTo>
                      <a:pt x="21514" y="9496"/>
                    </a:lnTo>
                    <a:lnTo>
                      <a:pt x="20119" y="8500"/>
                    </a:lnTo>
                    <a:lnTo>
                      <a:pt x="18725" y="7570"/>
                    </a:lnTo>
                    <a:lnTo>
                      <a:pt x="17331" y="6641"/>
                    </a:lnTo>
                    <a:lnTo>
                      <a:pt x="15936" y="5777"/>
                    </a:lnTo>
                    <a:lnTo>
                      <a:pt x="14475" y="4914"/>
                    </a:lnTo>
                    <a:lnTo>
                      <a:pt x="13015" y="4117"/>
                    </a:lnTo>
                    <a:lnTo>
                      <a:pt x="11554" y="3321"/>
                    </a:lnTo>
                    <a:lnTo>
                      <a:pt x="10093" y="2590"/>
                    </a:lnTo>
                    <a:lnTo>
                      <a:pt x="8632" y="1860"/>
                    </a:lnTo>
                    <a:lnTo>
                      <a:pt x="7105" y="1262"/>
                    </a:lnTo>
                    <a:lnTo>
                      <a:pt x="5578" y="598"/>
                    </a:lnTo>
                    <a:lnTo>
                      <a:pt x="4051" y="1"/>
                    </a:lnTo>
                    <a:lnTo>
                      <a:pt x="4051" y="1"/>
                    </a:lnTo>
                    <a:lnTo>
                      <a:pt x="3454" y="930"/>
                    </a:lnTo>
                    <a:lnTo>
                      <a:pt x="2922" y="1794"/>
                    </a:lnTo>
                    <a:lnTo>
                      <a:pt x="2391" y="2657"/>
                    </a:lnTo>
                    <a:lnTo>
                      <a:pt x="1993" y="3586"/>
                    </a:lnTo>
                    <a:lnTo>
                      <a:pt x="1528" y="4516"/>
                    </a:lnTo>
                    <a:lnTo>
                      <a:pt x="1196" y="5445"/>
                    </a:lnTo>
                    <a:lnTo>
                      <a:pt x="864" y="6375"/>
                    </a:lnTo>
                    <a:lnTo>
                      <a:pt x="598" y="7305"/>
                    </a:lnTo>
                    <a:lnTo>
                      <a:pt x="399" y="8300"/>
                    </a:lnTo>
                    <a:lnTo>
                      <a:pt x="266" y="9230"/>
                    </a:lnTo>
                    <a:lnTo>
                      <a:pt x="134" y="10226"/>
                    </a:lnTo>
                    <a:lnTo>
                      <a:pt x="1" y="11156"/>
                    </a:lnTo>
                    <a:lnTo>
                      <a:pt x="1" y="12152"/>
                    </a:lnTo>
                    <a:lnTo>
                      <a:pt x="1" y="13148"/>
                    </a:lnTo>
                    <a:lnTo>
                      <a:pt x="1" y="14143"/>
                    </a:lnTo>
                    <a:lnTo>
                      <a:pt x="67" y="15073"/>
                    </a:lnTo>
                    <a:lnTo>
                      <a:pt x="399" y="17065"/>
                    </a:lnTo>
                    <a:lnTo>
                      <a:pt x="798" y="18990"/>
                    </a:lnTo>
                    <a:lnTo>
                      <a:pt x="1395" y="20982"/>
                    </a:lnTo>
                    <a:lnTo>
                      <a:pt x="2059" y="22908"/>
                    </a:lnTo>
                    <a:lnTo>
                      <a:pt x="2922" y="24767"/>
                    </a:lnTo>
                    <a:lnTo>
                      <a:pt x="3918" y="26626"/>
                    </a:lnTo>
                    <a:lnTo>
                      <a:pt x="5047" y="28419"/>
                    </a:lnTo>
                    <a:lnTo>
                      <a:pt x="6242" y="30145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extrusionOk="0">
                    <a:moveTo>
                      <a:pt x="15338" y="0"/>
                    </a:move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4663175" y="2704775"/>
                <a:ext cx="390100" cy="1283150"/>
              </a:xfrm>
              <a:custGeom>
                <a:avLst/>
                <a:gdLst/>
                <a:ahLst/>
                <a:cxnLst/>
                <a:rect l="l" t="t" r="r" b="b"/>
                <a:pathLst>
                  <a:path w="15604" h="51326" fill="none" extrusionOk="0">
                    <a:moveTo>
                      <a:pt x="930" y="32668"/>
                    </a:moveTo>
                    <a:lnTo>
                      <a:pt x="930" y="32668"/>
                    </a:lnTo>
                    <a:lnTo>
                      <a:pt x="997" y="35058"/>
                    </a:lnTo>
                    <a:lnTo>
                      <a:pt x="1063" y="37382"/>
                    </a:lnTo>
                    <a:lnTo>
                      <a:pt x="997" y="39839"/>
                    </a:lnTo>
                    <a:lnTo>
                      <a:pt x="864" y="42229"/>
                    </a:lnTo>
                    <a:lnTo>
                      <a:pt x="731" y="44619"/>
                    </a:lnTo>
                    <a:lnTo>
                      <a:pt x="532" y="46943"/>
                    </a:lnTo>
                    <a:lnTo>
                      <a:pt x="1" y="51326"/>
                    </a:lnTo>
                    <a:lnTo>
                      <a:pt x="1" y="51326"/>
                    </a:lnTo>
                    <a:lnTo>
                      <a:pt x="1196" y="49798"/>
                    </a:lnTo>
                    <a:lnTo>
                      <a:pt x="2258" y="48271"/>
                    </a:lnTo>
                    <a:lnTo>
                      <a:pt x="3321" y="46678"/>
                    </a:lnTo>
                    <a:lnTo>
                      <a:pt x="4316" y="45151"/>
                    </a:lnTo>
                    <a:lnTo>
                      <a:pt x="5312" y="43557"/>
                    </a:lnTo>
                    <a:lnTo>
                      <a:pt x="6242" y="41964"/>
                    </a:lnTo>
                    <a:lnTo>
                      <a:pt x="7105" y="40304"/>
                    </a:lnTo>
                    <a:lnTo>
                      <a:pt x="7902" y="38710"/>
                    </a:lnTo>
                    <a:lnTo>
                      <a:pt x="8699" y="37050"/>
                    </a:lnTo>
                    <a:lnTo>
                      <a:pt x="9429" y="35390"/>
                    </a:lnTo>
                    <a:lnTo>
                      <a:pt x="10159" y="33730"/>
                    </a:lnTo>
                    <a:lnTo>
                      <a:pt x="10757" y="32070"/>
                    </a:lnTo>
                    <a:lnTo>
                      <a:pt x="11355" y="30410"/>
                    </a:lnTo>
                    <a:lnTo>
                      <a:pt x="11952" y="28751"/>
                    </a:lnTo>
                    <a:lnTo>
                      <a:pt x="12483" y="27091"/>
                    </a:lnTo>
                    <a:lnTo>
                      <a:pt x="12948" y="25431"/>
                    </a:lnTo>
                    <a:lnTo>
                      <a:pt x="13811" y="22111"/>
                    </a:lnTo>
                    <a:lnTo>
                      <a:pt x="14475" y="18791"/>
                    </a:lnTo>
                    <a:lnTo>
                      <a:pt x="15006" y="15471"/>
                    </a:lnTo>
                    <a:lnTo>
                      <a:pt x="15338" y="12284"/>
                    </a:lnTo>
                    <a:lnTo>
                      <a:pt x="15538" y="9097"/>
                    </a:lnTo>
                    <a:lnTo>
                      <a:pt x="15604" y="5976"/>
                    </a:lnTo>
                    <a:lnTo>
                      <a:pt x="15538" y="2922"/>
                    </a:lnTo>
                    <a:lnTo>
                      <a:pt x="15338" y="0"/>
                    </a:lnTo>
                    <a:lnTo>
                      <a:pt x="15338" y="0"/>
                    </a:lnTo>
                    <a:lnTo>
                      <a:pt x="15006" y="2391"/>
                    </a:lnTo>
                    <a:lnTo>
                      <a:pt x="14608" y="4781"/>
                    </a:lnTo>
                    <a:lnTo>
                      <a:pt x="14143" y="7105"/>
                    </a:lnTo>
                    <a:lnTo>
                      <a:pt x="13612" y="9362"/>
                    </a:lnTo>
                    <a:lnTo>
                      <a:pt x="12948" y="11554"/>
                    </a:lnTo>
                    <a:lnTo>
                      <a:pt x="12284" y="13745"/>
                    </a:lnTo>
                    <a:lnTo>
                      <a:pt x="11487" y="15869"/>
                    </a:lnTo>
                    <a:lnTo>
                      <a:pt x="10624" y="17928"/>
                    </a:lnTo>
                    <a:lnTo>
                      <a:pt x="9695" y="19920"/>
                    </a:lnTo>
                    <a:lnTo>
                      <a:pt x="8699" y="21912"/>
                    </a:lnTo>
                    <a:lnTo>
                      <a:pt x="7570" y="23837"/>
                    </a:lnTo>
                    <a:lnTo>
                      <a:pt x="6375" y="25696"/>
                    </a:lnTo>
                    <a:lnTo>
                      <a:pt x="5180" y="27489"/>
                    </a:lnTo>
                    <a:lnTo>
                      <a:pt x="3785" y="29282"/>
                    </a:lnTo>
                    <a:lnTo>
                      <a:pt x="2391" y="31008"/>
                    </a:lnTo>
                    <a:lnTo>
                      <a:pt x="930" y="32668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2" name="Google Shape;1492;p38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extrusionOk="0">
                    <a:moveTo>
                      <a:pt x="20451" y="0"/>
                    </a:move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3" name="Google Shape;1493;p38"/>
              <p:cNvSpPr/>
              <p:nvPr/>
            </p:nvSpPr>
            <p:spPr>
              <a:xfrm>
                <a:off x="1979075" y="1363550"/>
                <a:ext cx="1034150" cy="1777800"/>
              </a:xfrm>
              <a:custGeom>
                <a:avLst/>
                <a:gdLst/>
                <a:ahLst/>
                <a:cxnLst/>
                <a:rect l="l" t="t" r="r" b="b"/>
                <a:pathLst>
                  <a:path w="41366" h="71112" fill="none" extrusionOk="0">
                    <a:moveTo>
                      <a:pt x="36984" y="1660"/>
                    </a:moveTo>
                    <a:lnTo>
                      <a:pt x="36984" y="1660"/>
                    </a:lnTo>
                    <a:lnTo>
                      <a:pt x="35257" y="1262"/>
                    </a:lnTo>
                    <a:lnTo>
                      <a:pt x="33465" y="930"/>
                    </a:lnTo>
                    <a:lnTo>
                      <a:pt x="31672" y="664"/>
                    </a:lnTo>
                    <a:lnTo>
                      <a:pt x="29813" y="399"/>
                    </a:lnTo>
                    <a:lnTo>
                      <a:pt x="27954" y="200"/>
                    </a:lnTo>
                    <a:lnTo>
                      <a:pt x="26094" y="67"/>
                    </a:lnTo>
                    <a:lnTo>
                      <a:pt x="24235" y="0"/>
                    </a:lnTo>
                    <a:lnTo>
                      <a:pt x="22376" y="0"/>
                    </a:lnTo>
                    <a:lnTo>
                      <a:pt x="20451" y="0"/>
                    </a:lnTo>
                    <a:lnTo>
                      <a:pt x="18592" y="67"/>
                    </a:lnTo>
                    <a:lnTo>
                      <a:pt x="16732" y="266"/>
                    </a:lnTo>
                    <a:lnTo>
                      <a:pt x="14940" y="465"/>
                    </a:lnTo>
                    <a:lnTo>
                      <a:pt x="13147" y="731"/>
                    </a:lnTo>
                    <a:lnTo>
                      <a:pt x="11354" y="1063"/>
                    </a:lnTo>
                    <a:lnTo>
                      <a:pt x="9562" y="1395"/>
                    </a:lnTo>
                    <a:lnTo>
                      <a:pt x="7902" y="1860"/>
                    </a:lnTo>
                    <a:lnTo>
                      <a:pt x="7902" y="1860"/>
                    </a:lnTo>
                    <a:lnTo>
                      <a:pt x="6574" y="3851"/>
                    </a:lnTo>
                    <a:lnTo>
                      <a:pt x="5445" y="5843"/>
                    </a:lnTo>
                    <a:lnTo>
                      <a:pt x="4383" y="7835"/>
                    </a:lnTo>
                    <a:lnTo>
                      <a:pt x="3453" y="9960"/>
                    </a:lnTo>
                    <a:lnTo>
                      <a:pt x="2590" y="12085"/>
                    </a:lnTo>
                    <a:lnTo>
                      <a:pt x="1926" y="14276"/>
                    </a:lnTo>
                    <a:lnTo>
                      <a:pt x="1328" y="16467"/>
                    </a:lnTo>
                    <a:lnTo>
                      <a:pt x="864" y="18658"/>
                    </a:lnTo>
                    <a:lnTo>
                      <a:pt x="465" y="20916"/>
                    </a:lnTo>
                    <a:lnTo>
                      <a:pt x="200" y="23239"/>
                    </a:lnTo>
                    <a:lnTo>
                      <a:pt x="67" y="25497"/>
                    </a:lnTo>
                    <a:lnTo>
                      <a:pt x="0" y="27821"/>
                    </a:lnTo>
                    <a:lnTo>
                      <a:pt x="0" y="30145"/>
                    </a:lnTo>
                    <a:lnTo>
                      <a:pt x="133" y="32469"/>
                    </a:lnTo>
                    <a:lnTo>
                      <a:pt x="399" y="34793"/>
                    </a:lnTo>
                    <a:lnTo>
                      <a:pt x="731" y="37117"/>
                    </a:lnTo>
                    <a:lnTo>
                      <a:pt x="1129" y="39440"/>
                    </a:lnTo>
                    <a:lnTo>
                      <a:pt x="1594" y="41764"/>
                    </a:lnTo>
                    <a:lnTo>
                      <a:pt x="2192" y="44022"/>
                    </a:lnTo>
                    <a:lnTo>
                      <a:pt x="2922" y="46346"/>
                    </a:lnTo>
                    <a:lnTo>
                      <a:pt x="3652" y="48603"/>
                    </a:lnTo>
                    <a:lnTo>
                      <a:pt x="4515" y="50861"/>
                    </a:lnTo>
                    <a:lnTo>
                      <a:pt x="5445" y="53052"/>
                    </a:lnTo>
                    <a:lnTo>
                      <a:pt x="6441" y="55243"/>
                    </a:lnTo>
                    <a:lnTo>
                      <a:pt x="7503" y="57368"/>
                    </a:lnTo>
                    <a:lnTo>
                      <a:pt x="8632" y="59492"/>
                    </a:lnTo>
                    <a:lnTo>
                      <a:pt x="9827" y="61551"/>
                    </a:lnTo>
                    <a:lnTo>
                      <a:pt x="11155" y="63543"/>
                    </a:lnTo>
                    <a:lnTo>
                      <a:pt x="12483" y="65535"/>
                    </a:lnTo>
                    <a:lnTo>
                      <a:pt x="13944" y="67460"/>
                    </a:lnTo>
                    <a:lnTo>
                      <a:pt x="15405" y="69319"/>
                    </a:lnTo>
                    <a:lnTo>
                      <a:pt x="16932" y="71112"/>
                    </a:lnTo>
                    <a:lnTo>
                      <a:pt x="16932" y="71112"/>
                    </a:lnTo>
                    <a:lnTo>
                      <a:pt x="19455" y="67327"/>
                    </a:lnTo>
                    <a:lnTo>
                      <a:pt x="22243" y="63476"/>
                    </a:lnTo>
                    <a:lnTo>
                      <a:pt x="25165" y="59426"/>
                    </a:lnTo>
                    <a:lnTo>
                      <a:pt x="28286" y="55442"/>
                    </a:lnTo>
                    <a:lnTo>
                      <a:pt x="31473" y="51458"/>
                    </a:lnTo>
                    <a:lnTo>
                      <a:pt x="34726" y="47607"/>
                    </a:lnTo>
                    <a:lnTo>
                      <a:pt x="38046" y="43889"/>
                    </a:lnTo>
                    <a:lnTo>
                      <a:pt x="39706" y="42163"/>
                    </a:lnTo>
                    <a:lnTo>
                      <a:pt x="41366" y="40436"/>
                    </a:lnTo>
                    <a:lnTo>
                      <a:pt x="41366" y="40436"/>
                    </a:lnTo>
                    <a:lnTo>
                      <a:pt x="40569" y="39440"/>
                    </a:lnTo>
                    <a:lnTo>
                      <a:pt x="39839" y="38378"/>
                    </a:lnTo>
                    <a:lnTo>
                      <a:pt x="39108" y="37316"/>
                    </a:lnTo>
                    <a:lnTo>
                      <a:pt x="38378" y="36253"/>
                    </a:lnTo>
                    <a:lnTo>
                      <a:pt x="37780" y="35125"/>
                    </a:lnTo>
                    <a:lnTo>
                      <a:pt x="37116" y="33929"/>
                    </a:lnTo>
                    <a:lnTo>
                      <a:pt x="36519" y="32801"/>
                    </a:lnTo>
                    <a:lnTo>
                      <a:pt x="35988" y="31606"/>
                    </a:lnTo>
                    <a:lnTo>
                      <a:pt x="35523" y="30344"/>
                    </a:lnTo>
                    <a:lnTo>
                      <a:pt x="35058" y="29149"/>
                    </a:lnTo>
                    <a:lnTo>
                      <a:pt x="34593" y="27887"/>
                    </a:lnTo>
                    <a:lnTo>
                      <a:pt x="34195" y="26626"/>
                    </a:lnTo>
                    <a:lnTo>
                      <a:pt x="33863" y="25364"/>
                    </a:lnTo>
                    <a:lnTo>
                      <a:pt x="33597" y="24103"/>
                    </a:lnTo>
                    <a:lnTo>
                      <a:pt x="33332" y="22775"/>
                    </a:lnTo>
                    <a:lnTo>
                      <a:pt x="33133" y="21513"/>
                    </a:lnTo>
                    <a:lnTo>
                      <a:pt x="33000" y="20185"/>
                    </a:lnTo>
                    <a:lnTo>
                      <a:pt x="32867" y="18924"/>
                    </a:lnTo>
                    <a:lnTo>
                      <a:pt x="32801" y="17596"/>
                    </a:lnTo>
                    <a:lnTo>
                      <a:pt x="32801" y="16334"/>
                    </a:lnTo>
                    <a:lnTo>
                      <a:pt x="32867" y="15006"/>
                    </a:lnTo>
                    <a:lnTo>
                      <a:pt x="32933" y="13745"/>
                    </a:lnTo>
                    <a:lnTo>
                      <a:pt x="33066" y="12483"/>
                    </a:lnTo>
                    <a:lnTo>
                      <a:pt x="33265" y="11222"/>
                    </a:lnTo>
                    <a:lnTo>
                      <a:pt x="33531" y="9960"/>
                    </a:lnTo>
                    <a:lnTo>
                      <a:pt x="33863" y="8698"/>
                    </a:lnTo>
                    <a:lnTo>
                      <a:pt x="34195" y="7503"/>
                    </a:lnTo>
                    <a:lnTo>
                      <a:pt x="34660" y="6308"/>
                    </a:lnTo>
                    <a:lnTo>
                      <a:pt x="35125" y="5113"/>
                    </a:lnTo>
                    <a:lnTo>
                      <a:pt x="35722" y="3918"/>
                    </a:lnTo>
                    <a:lnTo>
                      <a:pt x="36320" y="2789"/>
                    </a:lnTo>
                    <a:lnTo>
                      <a:pt x="36984" y="166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8853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5761310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9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9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70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5"/>
            <a:ext cx="2514600" cy="750945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70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9752" y="-22781"/>
            <a:ext cx="4480560" cy="326213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84093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20117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34964" y="646775"/>
            <a:ext cx="11522075" cy="31854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531538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9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9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34963" y="629847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sz="80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34962" y="41598"/>
            <a:ext cx="3843339" cy="141577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334964" y="228602"/>
            <a:ext cx="11522075" cy="49244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23477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6" y="6499382"/>
            <a:ext cx="113492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9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9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70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-22781"/>
            <a:ext cx="4480560" cy="326213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467790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440639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19251"/>
            <a:ext cx="11082528" cy="31854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9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9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70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9" cy="141577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65594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1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9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9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6" y="6501670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-22781"/>
            <a:ext cx="4480560" cy="326213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709443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6" y="6499382"/>
            <a:ext cx="113492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70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-22781"/>
            <a:ext cx="2520451" cy="326213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467790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184477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9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9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70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467790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-22781"/>
            <a:ext cx="4480560" cy="326213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6796883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807265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6" y="6499382"/>
            <a:ext cx="113492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70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2"/>
            <a:ext cx="7918704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9861" y="-22781"/>
            <a:ext cx="2520451" cy="326213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684778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BB60909-2FBB-0378-D455-A522268035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2939189006"/>
              </p:ext>
            </p:ext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7772400" imgH="10058400" progId="TCLayout.ActiveDocument.1">
                  <p:embed/>
                </p:oleObj>
              </mc:Choice>
              <mc:Fallback>
                <p:oleObj name="think-cell Slide" r:id="rId29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B60909-2FBB-0378-D455-A522268035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02200" y="0"/>
            <a:ext cx="10394400" cy="17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Open Sans"/>
              <a:buNone/>
              <a:defRPr sz="3200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02200" y="1719200"/>
            <a:ext cx="10394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921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921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21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21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921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2921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2921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2921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0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45989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9">
          <p15:clr>
            <a:srgbClr val="EA4335"/>
          </p15:clr>
        </p15:guide>
        <p15:guide id="2" pos="426">
          <p15:clr>
            <a:srgbClr val="FF00FF"/>
          </p15:clr>
        </p15:guide>
        <p15:guide id="3" pos="835">
          <p15:clr>
            <a:srgbClr val="FF00FF"/>
          </p15:clr>
        </p15:guide>
        <p15:guide id="4" pos="1244">
          <p15:clr>
            <a:srgbClr val="FF00FF"/>
          </p15:clr>
        </p15:guide>
        <p15:guide id="5" pos="1653">
          <p15:clr>
            <a:srgbClr val="FF00FF"/>
          </p15:clr>
        </p15:guide>
        <p15:guide id="6" pos="2062">
          <p15:clr>
            <a:srgbClr val="FF00FF"/>
          </p15:clr>
        </p15:guide>
        <p15:guide id="7" pos="2471">
          <p15:clr>
            <a:srgbClr val="FF00FF"/>
          </p15:clr>
        </p15:guide>
        <p15:guide id="8" pos="2880">
          <p15:clr>
            <a:srgbClr val="FF00FF"/>
          </p15:clr>
        </p15:guide>
        <p15:guide id="9" pos="3289">
          <p15:clr>
            <a:srgbClr val="FF00FF"/>
          </p15:clr>
        </p15:guide>
        <p15:guide id="10" pos="3698">
          <p15:clr>
            <a:srgbClr val="FF00FF"/>
          </p15:clr>
        </p15:guide>
        <p15:guide id="11" pos="4107">
          <p15:clr>
            <a:srgbClr val="FF00FF"/>
          </p15:clr>
        </p15:guide>
        <p15:guide id="12" pos="4516">
          <p15:clr>
            <a:srgbClr val="FF00FF"/>
          </p15:clr>
        </p15:guide>
        <p15:guide id="13" pos="4925">
          <p15:clr>
            <a:srgbClr val="FF00FF"/>
          </p15:clr>
        </p15:guide>
        <p15:guide id="14" pos="5334">
          <p15:clr>
            <a:srgbClr val="FF00FF"/>
          </p15:clr>
        </p15:guide>
        <p15:guide id="15" orient="horz" pos="812">
          <p15:clr>
            <a:srgbClr val="EA4335"/>
          </p15:clr>
        </p15:guide>
        <p15:guide id="16" orient="horz" pos="1215">
          <p15:clr>
            <a:srgbClr val="EA4335"/>
          </p15:clr>
        </p15:guide>
        <p15:guide id="17" orient="horz" pos="1620">
          <p15:clr>
            <a:srgbClr val="EA4335"/>
          </p15:clr>
        </p15:guide>
        <p15:guide id="18" orient="horz" pos="2022">
          <p15:clr>
            <a:srgbClr val="EA4335"/>
          </p15:clr>
        </p15:guide>
        <p15:guide id="19" orient="horz" pos="2425">
          <p15:clr>
            <a:srgbClr val="EA4335"/>
          </p15:clr>
        </p15:guide>
        <p15:guide id="20" orient="horz" pos="2828">
          <p15:clr>
            <a:srgbClr val="EA4335"/>
          </p15:clr>
        </p15:guide>
        <p15:guide id="21" pos="5541">
          <p15:clr>
            <a:srgbClr val="E46962"/>
          </p15:clr>
        </p15:guide>
        <p15:guide id="22" orient="horz">
          <p15:clr>
            <a:srgbClr val="E46962"/>
          </p15:clr>
        </p15:guide>
        <p15:guide id="23">
          <p15:clr>
            <a:srgbClr val="E46962"/>
          </p15:clr>
        </p15:guide>
        <p15:guide id="24" pos="5760">
          <p15:clr>
            <a:srgbClr val="E46962"/>
          </p15:clr>
        </p15:guide>
        <p15:guide id="25" orient="horz" pos="3240">
          <p15:clr>
            <a:srgbClr val="E46962"/>
          </p15:clr>
        </p15:guide>
        <p15:guide id="26" orient="horz" pos="20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tags" Target="../tags/tag82.xml"/><Relationship Id="rId18" Type="http://schemas.openxmlformats.org/officeDocument/2006/relationships/tags" Target="../tags/tag87.xml"/><Relationship Id="rId26" Type="http://schemas.openxmlformats.org/officeDocument/2006/relationships/oleObject" Target="../embeddings/oleObject10.bin"/><Relationship Id="rId3" Type="http://schemas.openxmlformats.org/officeDocument/2006/relationships/tags" Target="../tags/tag72.xml"/><Relationship Id="rId21" Type="http://schemas.openxmlformats.org/officeDocument/2006/relationships/tags" Target="../tags/tag90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17" Type="http://schemas.openxmlformats.org/officeDocument/2006/relationships/tags" Target="../tags/tag86.xml"/><Relationship Id="rId25" Type="http://schemas.openxmlformats.org/officeDocument/2006/relationships/notesSlide" Target="../notesSlides/notesSlide1.xml"/><Relationship Id="rId2" Type="http://schemas.openxmlformats.org/officeDocument/2006/relationships/tags" Target="../tags/tag71.xml"/><Relationship Id="rId16" Type="http://schemas.openxmlformats.org/officeDocument/2006/relationships/tags" Target="../tags/tag85.xml"/><Relationship Id="rId20" Type="http://schemas.openxmlformats.org/officeDocument/2006/relationships/tags" Target="../tags/tag89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24" Type="http://schemas.openxmlformats.org/officeDocument/2006/relationships/slideLayout" Target="../slideLayouts/slideLayout5.xml"/><Relationship Id="rId5" Type="http://schemas.openxmlformats.org/officeDocument/2006/relationships/tags" Target="../tags/tag74.xml"/><Relationship Id="rId15" Type="http://schemas.openxmlformats.org/officeDocument/2006/relationships/tags" Target="../tags/tag84.xml"/><Relationship Id="rId23" Type="http://schemas.openxmlformats.org/officeDocument/2006/relationships/tags" Target="../tags/tag92.xml"/><Relationship Id="rId28" Type="http://schemas.openxmlformats.org/officeDocument/2006/relationships/image" Target="../media/image9.png"/><Relationship Id="rId10" Type="http://schemas.openxmlformats.org/officeDocument/2006/relationships/tags" Target="../tags/tag79.xml"/><Relationship Id="rId19" Type="http://schemas.openxmlformats.org/officeDocument/2006/relationships/tags" Target="../tags/tag88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tags" Target="../tags/tag83.xml"/><Relationship Id="rId22" Type="http://schemas.openxmlformats.org/officeDocument/2006/relationships/tags" Target="../tags/tag91.xml"/><Relationship Id="rId27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05.xml"/><Relationship Id="rId18" Type="http://schemas.openxmlformats.org/officeDocument/2006/relationships/tags" Target="../tags/tag110.xml"/><Relationship Id="rId26" Type="http://schemas.openxmlformats.org/officeDocument/2006/relationships/tags" Target="../tags/tag118.xml"/><Relationship Id="rId3" Type="http://schemas.openxmlformats.org/officeDocument/2006/relationships/tags" Target="../tags/tag95.xml"/><Relationship Id="rId21" Type="http://schemas.openxmlformats.org/officeDocument/2006/relationships/tags" Target="../tags/tag113.xml"/><Relationship Id="rId34" Type="http://schemas.openxmlformats.org/officeDocument/2006/relationships/image" Target="../media/image8.emf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17" Type="http://schemas.openxmlformats.org/officeDocument/2006/relationships/tags" Target="../tags/tag109.xml"/><Relationship Id="rId25" Type="http://schemas.openxmlformats.org/officeDocument/2006/relationships/tags" Target="../tags/tag117.xml"/><Relationship Id="rId33" Type="http://schemas.openxmlformats.org/officeDocument/2006/relationships/oleObject" Target="../embeddings/oleObject11.bin"/><Relationship Id="rId2" Type="http://schemas.openxmlformats.org/officeDocument/2006/relationships/tags" Target="../tags/tag94.xml"/><Relationship Id="rId16" Type="http://schemas.openxmlformats.org/officeDocument/2006/relationships/tags" Target="../tags/tag108.xml"/><Relationship Id="rId20" Type="http://schemas.openxmlformats.org/officeDocument/2006/relationships/tags" Target="../tags/tag112.xml"/><Relationship Id="rId29" Type="http://schemas.openxmlformats.org/officeDocument/2006/relationships/tags" Target="../tags/tag121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24" Type="http://schemas.openxmlformats.org/officeDocument/2006/relationships/tags" Target="../tags/tag116.xml"/><Relationship Id="rId32" Type="http://schemas.openxmlformats.org/officeDocument/2006/relationships/notesSlide" Target="../notesSlides/notesSlide2.xml"/><Relationship Id="rId5" Type="http://schemas.openxmlformats.org/officeDocument/2006/relationships/tags" Target="../tags/tag97.xml"/><Relationship Id="rId15" Type="http://schemas.openxmlformats.org/officeDocument/2006/relationships/tags" Target="../tags/tag107.xml"/><Relationship Id="rId23" Type="http://schemas.openxmlformats.org/officeDocument/2006/relationships/tags" Target="../tags/tag115.xml"/><Relationship Id="rId28" Type="http://schemas.openxmlformats.org/officeDocument/2006/relationships/tags" Target="../tags/tag120.xml"/><Relationship Id="rId10" Type="http://schemas.openxmlformats.org/officeDocument/2006/relationships/tags" Target="../tags/tag102.xml"/><Relationship Id="rId19" Type="http://schemas.openxmlformats.org/officeDocument/2006/relationships/tags" Target="../tags/tag111.xml"/><Relationship Id="rId31" Type="http://schemas.openxmlformats.org/officeDocument/2006/relationships/slideLayout" Target="../slideLayouts/slideLayout5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Relationship Id="rId22" Type="http://schemas.openxmlformats.org/officeDocument/2006/relationships/tags" Target="../tags/tag114.xml"/><Relationship Id="rId27" Type="http://schemas.openxmlformats.org/officeDocument/2006/relationships/tags" Target="../tags/tag119.xml"/><Relationship Id="rId30" Type="http://schemas.openxmlformats.org/officeDocument/2006/relationships/tags" Target="../tags/tag122.xml"/><Relationship Id="rId8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76FDA-7182-DF23-1163-FD63D7C4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A41B395-C1AC-4BA8-1AD7-BD462AD21EC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82396755"/>
              </p:ext>
            </p:extLst>
          </p:nvPr>
        </p:nvGraphicFramePr>
        <p:xfrm>
          <a:off x="2119" y="2119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7772400" imgH="10058400" progId="TCLayout.ActiveDocument.1">
                  <p:embed/>
                </p:oleObj>
              </mc:Choice>
              <mc:Fallback>
                <p:oleObj name="think-cell Slide" r:id="rId26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41B395-C1AC-4BA8-1AD7-BD462AD21E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" name="TextBox 288">
            <a:extLst>
              <a:ext uri="{FF2B5EF4-FFF2-40B4-BE49-F238E27FC236}">
                <a16:creationId xmlns:a16="http://schemas.microsoft.com/office/drawing/2014/main" id="{37F1EB8D-9FAE-3262-8E28-136745F74561}"/>
              </a:ext>
            </a:extLst>
          </p:cNvPr>
          <p:cNvSpPr txBox="1">
            <a:spLocks/>
          </p:cNvSpPr>
          <p:nvPr/>
        </p:nvSpPr>
        <p:spPr>
          <a:xfrm>
            <a:off x="902202" y="2761245"/>
            <a:ext cx="812300" cy="11796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 needs/</a:t>
            </a:r>
            <a:b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pain points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1A868936-C85E-E082-14C8-E0864CF9878A}"/>
              </a:ext>
            </a:extLst>
          </p:cNvPr>
          <p:cNvSpPr txBox="1">
            <a:spLocks/>
          </p:cNvSpPr>
          <p:nvPr/>
        </p:nvSpPr>
        <p:spPr>
          <a:xfrm>
            <a:off x="902202" y="1324303"/>
            <a:ext cx="812300" cy="5388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Journey phases</a:t>
            </a:r>
          </a:p>
        </p:txBody>
      </p:sp>
      <p:sp>
        <p:nvSpPr>
          <p:cNvPr id="313" name="Freeform 62">
            <a:extLst>
              <a:ext uri="{FF2B5EF4-FFF2-40B4-BE49-F238E27FC236}">
                <a16:creationId xmlns:a16="http://schemas.microsoft.com/office/drawing/2014/main" id="{685B12AE-65AC-7708-C709-6D86BC0BADD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819743" y="1324303"/>
            <a:ext cx="1458552" cy="538808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70947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709477" y="0"/>
                </a:lnTo>
                <a:lnTo>
                  <a:pt x="1828800" y="457200"/>
                </a:lnTo>
                <a:lnTo>
                  <a:pt x="1709477" y="914400"/>
                </a:lnTo>
                <a:lnTo>
                  <a:pt x="0" y="9144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defRPr/>
            </a:pPr>
            <a:endParaRPr lang="en-US" sz="933" b="1" kern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D101A14D-CD0A-8D77-57FB-E003D810601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902823" y="1361720"/>
            <a:ext cx="1080493" cy="4639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933" b="1" kern="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Change identified</a:t>
            </a:r>
          </a:p>
        </p:txBody>
      </p:sp>
      <p:sp>
        <p:nvSpPr>
          <p:cNvPr id="320" name="Freeform 70">
            <a:extLst>
              <a:ext uri="{FF2B5EF4-FFF2-40B4-BE49-F238E27FC236}">
                <a16:creationId xmlns:a16="http://schemas.microsoft.com/office/drawing/2014/main" id="{1C126B88-4443-5D08-958B-D11D8489BAE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231537" y="1324303"/>
            <a:ext cx="1458552" cy="538808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211600 w 1828800"/>
              <a:gd name="connsiteY5" fmla="*/ 457200 h 914400"/>
              <a:gd name="connsiteX0" fmla="*/ 0 w 1828800"/>
              <a:gd name="connsiteY0" fmla="*/ 0 h 914400"/>
              <a:gd name="connsiteX1" fmla="*/ 1617200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211600 w 1828800"/>
              <a:gd name="connsiteY5" fmla="*/ 457200 h 914400"/>
              <a:gd name="connsiteX0" fmla="*/ 0 w 1828800"/>
              <a:gd name="connsiteY0" fmla="*/ 0 h 914400"/>
              <a:gd name="connsiteX1" fmla="*/ 1617200 w 1828800"/>
              <a:gd name="connsiteY1" fmla="*/ 0 h 914400"/>
              <a:gd name="connsiteX2" fmla="*/ 1828800 w 1828800"/>
              <a:gd name="connsiteY2" fmla="*/ 457200 h 914400"/>
              <a:gd name="connsiteX3" fmla="*/ 1617200 w 1828800"/>
              <a:gd name="connsiteY3" fmla="*/ 914400 h 914400"/>
              <a:gd name="connsiteX4" fmla="*/ 0 w 1828800"/>
              <a:gd name="connsiteY4" fmla="*/ 914400 h 914400"/>
              <a:gd name="connsiteX5" fmla="*/ 211600 w 1828800"/>
              <a:gd name="connsiteY5" fmla="*/ 457200 h 914400"/>
              <a:gd name="connsiteX0" fmla="*/ 0 w 1828800"/>
              <a:gd name="connsiteY0" fmla="*/ 0 h 914400"/>
              <a:gd name="connsiteX1" fmla="*/ 1617200 w 1828800"/>
              <a:gd name="connsiteY1" fmla="*/ 0 h 914400"/>
              <a:gd name="connsiteX2" fmla="*/ 1828800 w 1828800"/>
              <a:gd name="connsiteY2" fmla="*/ 457200 h 914400"/>
              <a:gd name="connsiteX3" fmla="*/ 1617200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17200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709477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709477" y="0"/>
                </a:lnTo>
                <a:lnTo>
                  <a:pt x="1828800" y="457200"/>
                </a:lnTo>
                <a:lnTo>
                  <a:pt x="1709477" y="914400"/>
                </a:lnTo>
                <a:lnTo>
                  <a:pt x="0" y="914400"/>
                </a:lnTo>
                <a:lnTo>
                  <a:pt x="119323" y="4572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defRPr/>
            </a:pPr>
            <a:endParaRPr lang="en-US" sz="933" b="1" kern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3127DD25-CB4A-ACEF-F83B-9F4C8E2476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3393164" y="1361720"/>
            <a:ext cx="1080493" cy="4639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Captures &amp; logs change</a:t>
            </a:r>
          </a:p>
        </p:txBody>
      </p:sp>
      <p:sp>
        <p:nvSpPr>
          <p:cNvPr id="318" name="Freeform 82">
            <a:extLst>
              <a:ext uri="{FF2B5EF4-FFF2-40B4-BE49-F238E27FC236}">
                <a16:creationId xmlns:a16="http://schemas.microsoft.com/office/drawing/2014/main" id="{9D4016D1-45D5-596C-CF90-D75CEDCA868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643332" y="1324303"/>
            <a:ext cx="1458552" cy="538808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211600 w 1828800"/>
              <a:gd name="connsiteY5" fmla="*/ 457200 h 914400"/>
              <a:gd name="connsiteX0" fmla="*/ 0 w 1828800"/>
              <a:gd name="connsiteY0" fmla="*/ 0 h 914400"/>
              <a:gd name="connsiteX1" fmla="*/ 1617200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211600 w 1828800"/>
              <a:gd name="connsiteY5" fmla="*/ 457200 h 914400"/>
              <a:gd name="connsiteX0" fmla="*/ 0 w 1828800"/>
              <a:gd name="connsiteY0" fmla="*/ 0 h 914400"/>
              <a:gd name="connsiteX1" fmla="*/ 1617200 w 1828800"/>
              <a:gd name="connsiteY1" fmla="*/ 0 h 914400"/>
              <a:gd name="connsiteX2" fmla="*/ 1828800 w 1828800"/>
              <a:gd name="connsiteY2" fmla="*/ 457200 h 914400"/>
              <a:gd name="connsiteX3" fmla="*/ 1617200 w 1828800"/>
              <a:gd name="connsiteY3" fmla="*/ 914400 h 914400"/>
              <a:gd name="connsiteX4" fmla="*/ 0 w 1828800"/>
              <a:gd name="connsiteY4" fmla="*/ 914400 h 914400"/>
              <a:gd name="connsiteX5" fmla="*/ 211600 w 1828800"/>
              <a:gd name="connsiteY5" fmla="*/ 457200 h 914400"/>
              <a:gd name="connsiteX0" fmla="*/ 0 w 1828800"/>
              <a:gd name="connsiteY0" fmla="*/ 0 h 914400"/>
              <a:gd name="connsiteX1" fmla="*/ 1617200 w 1828800"/>
              <a:gd name="connsiteY1" fmla="*/ 0 h 914400"/>
              <a:gd name="connsiteX2" fmla="*/ 1828800 w 1828800"/>
              <a:gd name="connsiteY2" fmla="*/ 457200 h 914400"/>
              <a:gd name="connsiteX3" fmla="*/ 1617200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17200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709477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709477" y="0"/>
                </a:lnTo>
                <a:lnTo>
                  <a:pt x="1828800" y="457200"/>
                </a:lnTo>
                <a:lnTo>
                  <a:pt x="1709477" y="914400"/>
                </a:lnTo>
                <a:lnTo>
                  <a:pt x="0" y="914400"/>
                </a:lnTo>
                <a:lnTo>
                  <a:pt x="119323" y="4572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defRPr/>
            </a:pPr>
            <a:endParaRPr lang="en-US" sz="933" b="1" kern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FF63D9F3-284F-E89F-E8F6-8E63A80DEA0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804959" y="1361720"/>
            <a:ext cx="1080493" cy="4639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Attempts to price</a:t>
            </a:r>
          </a:p>
        </p:txBody>
      </p:sp>
      <p:sp>
        <p:nvSpPr>
          <p:cNvPr id="324" name="Freeform 102">
            <a:extLst>
              <a:ext uri="{FF2B5EF4-FFF2-40B4-BE49-F238E27FC236}">
                <a16:creationId xmlns:a16="http://schemas.microsoft.com/office/drawing/2014/main" id="{F37C0765-7EE6-D107-6BD6-E5F13BA8F17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055127" y="1324303"/>
            <a:ext cx="1458552" cy="538808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158103 w 1828800"/>
              <a:gd name="connsiteY5" fmla="*/ 457200 h 914400"/>
              <a:gd name="connsiteX0" fmla="*/ 0 w 1828800"/>
              <a:gd name="connsiteY0" fmla="*/ 0 h 914400"/>
              <a:gd name="connsiteX1" fmla="*/ 1670697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211600 w 1828800"/>
              <a:gd name="connsiteY5" fmla="*/ 457200 h 914400"/>
              <a:gd name="connsiteX0" fmla="*/ 0 w 1828800"/>
              <a:gd name="connsiteY0" fmla="*/ 0 h 914400"/>
              <a:gd name="connsiteX1" fmla="*/ 1617200 w 1828800"/>
              <a:gd name="connsiteY1" fmla="*/ 0 h 914400"/>
              <a:gd name="connsiteX2" fmla="*/ 1828800 w 1828800"/>
              <a:gd name="connsiteY2" fmla="*/ 457200 h 914400"/>
              <a:gd name="connsiteX3" fmla="*/ 1670697 w 1828800"/>
              <a:gd name="connsiteY3" fmla="*/ 914400 h 914400"/>
              <a:gd name="connsiteX4" fmla="*/ 0 w 1828800"/>
              <a:gd name="connsiteY4" fmla="*/ 914400 h 914400"/>
              <a:gd name="connsiteX5" fmla="*/ 211600 w 1828800"/>
              <a:gd name="connsiteY5" fmla="*/ 457200 h 914400"/>
              <a:gd name="connsiteX0" fmla="*/ 0 w 1828800"/>
              <a:gd name="connsiteY0" fmla="*/ 0 h 914400"/>
              <a:gd name="connsiteX1" fmla="*/ 1617200 w 1828800"/>
              <a:gd name="connsiteY1" fmla="*/ 0 h 914400"/>
              <a:gd name="connsiteX2" fmla="*/ 1828800 w 1828800"/>
              <a:gd name="connsiteY2" fmla="*/ 457200 h 914400"/>
              <a:gd name="connsiteX3" fmla="*/ 1617200 w 1828800"/>
              <a:gd name="connsiteY3" fmla="*/ 914400 h 914400"/>
              <a:gd name="connsiteX4" fmla="*/ 0 w 1828800"/>
              <a:gd name="connsiteY4" fmla="*/ 914400 h 914400"/>
              <a:gd name="connsiteX5" fmla="*/ 211600 w 1828800"/>
              <a:gd name="connsiteY5" fmla="*/ 457200 h 914400"/>
              <a:gd name="connsiteX0" fmla="*/ 0 w 1828800"/>
              <a:gd name="connsiteY0" fmla="*/ 0 h 914400"/>
              <a:gd name="connsiteX1" fmla="*/ 1617200 w 1828800"/>
              <a:gd name="connsiteY1" fmla="*/ 0 h 914400"/>
              <a:gd name="connsiteX2" fmla="*/ 1828800 w 1828800"/>
              <a:gd name="connsiteY2" fmla="*/ 457200 h 914400"/>
              <a:gd name="connsiteX3" fmla="*/ 1617200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17200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77131 w 1828800"/>
              <a:gd name="connsiteY5" fmla="*/ 457200 h 914400"/>
              <a:gd name="connsiteX0" fmla="*/ 0 w 1828800"/>
              <a:gd name="connsiteY0" fmla="*/ 0 h 914400"/>
              <a:gd name="connsiteX1" fmla="*/ 165166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5166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709477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709477" y="0"/>
                </a:lnTo>
                <a:lnTo>
                  <a:pt x="1828800" y="457200"/>
                </a:lnTo>
                <a:lnTo>
                  <a:pt x="1709477" y="914400"/>
                </a:lnTo>
                <a:lnTo>
                  <a:pt x="0" y="914400"/>
                </a:lnTo>
                <a:lnTo>
                  <a:pt x="119323" y="4572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defRPr/>
            </a:pPr>
            <a:endParaRPr lang="en-US" sz="933" b="1" kern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30F0CAF2-7912-F5E5-4FAC-6D3AE034CD41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6216754" y="1361720"/>
            <a:ext cx="1080493" cy="4639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Seeks input / validation</a:t>
            </a:r>
          </a:p>
        </p:txBody>
      </p:sp>
      <p:sp>
        <p:nvSpPr>
          <p:cNvPr id="328" name="Freeform 106">
            <a:extLst>
              <a:ext uri="{FF2B5EF4-FFF2-40B4-BE49-F238E27FC236}">
                <a16:creationId xmlns:a16="http://schemas.microsoft.com/office/drawing/2014/main" id="{49579D38-49D8-8A73-E0B9-1B6599DE778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466921" y="1324303"/>
            <a:ext cx="1458552" cy="538808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709477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709477" y="0"/>
                </a:lnTo>
                <a:lnTo>
                  <a:pt x="1828800" y="457200"/>
                </a:lnTo>
                <a:lnTo>
                  <a:pt x="1709477" y="914400"/>
                </a:lnTo>
                <a:lnTo>
                  <a:pt x="0" y="914400"/>
                </a:lnTo>
                <a:lnTo>
                  <a:pt x="119323" y="4572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defRPr/>
            </a:pPr>
            <a:endParaRPr lang="en-US" sz="933" b="1" kern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7818A8A5-53C1-1D20-8ECF-51801C5E37ED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7628548" y="1361720"/>
            <a:ext cx="1080493" cy="4639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Builds &amp; submits change order</a:t>
            </a:r>
          </a:p>
        </p:txBody>
      </p:sp>
      <p:sp>
        <p:nvSpPr>
          <p:cNvPr id="332" name="Freeform 113">
            <a:extLst>
              <a:ext uri="{FF2B5EF4-FFF2-40B4-BE49-F238E27FC236}">
                <a16:creationId xmlns:a16="http://schemas.microsoft.com/office/drawing/2014/main" id="{BEF9A63E-65BD-8949-C745-E0284F093E6A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8878716" y="1324303"/>
            <a:ext cx="1458552" cy="538808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709477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709477" y="0"/>
                </a:lnTo>
                <a:lnTo>
                  <a:pt x="1828800" y="457200"/>
                </a:lnTo>
                <a:lnTo>
                  <a:pt x="1709477" y="914400"/>
                </a:lnTo>
                <a:lnTo>
                  <a:pt x="0" y="914400"/>
                </a:lnTo>
                <a:lnTo>
                  <a:pt x="119323" y="4572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defRPr/>
            </a:pPr>
            <a:endParaRPr lang="en-US" sz="933" b="1" kern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00629AD4-03F4-0BC2-8786-704A72F16C2F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9040343" y="1361720"/>
            <a:ext cx="1080493" cy="4639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Approval / back-and-forth</a:t>
            </a:r>
          </a:p>
        </p:txBody>
      </p:sp>
      <p:sp>
        <p:nvSpPr>
          <p:cNvPr id="336" name="Freeform 117">
            <a:extLst>
              <a:ext uri="{FF2B5EF4-FFF2-40B4-BE49-F238E27FC236}">
                <a16:creationId xmlns:a16="http://schemas.microsoft.com/office/drawing/2014/main" id="{9B6958BB-B852-162D-597D-215E7183E19D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0290515" y="1324303"/>
            <a:ext cx="1454447" cy="538808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73913 w 1828800"/>
              <a:gd name="connsiteY5" fmla="*/ 457200 h 914400"/>
              <a:gd name="connsiteX0" fmla="*/ 0 w 1828800"/>
              <a:gd name="connsiteY0" fmla="*/ 0 h 914400"/>
              <a:gd name="connsiteX1" fmla="*/ 165488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5488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145583 w 1828800"/>
              <a:gd name="connsiteY5" fmla="*/ 457200 h 914400"/>
              <a:gd name="connsiteX0" fmla="*/ 0 w 1828800"/>
              <a:gd name="connsiteY0" fmla="*/ 0 h 914400"/>
              <a:gd name="connsiteX1" fmla="*/ 1683217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3217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44361 w 1828800"/>
              <a:gd name="connsiteY5" fmla="*/ 457200 h 914400"/>
              <a:gd name="connsiteX0" fmla="*/ 0 w 1828800"/>
              <a:gd name="connsiteY0" fmla="*/ 0 h 914400"/>
              <a:gd name="connsiteX1" fmla="*/ 1684439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684439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  <a:gd name="connsiteX0" fmla="*/ 0 w 1828800"/>
              <a:gd name="connsiteY0" fmla="*/ 0 h 914400"/>
              <a:gd name="connsiteX1" fmla="*/ 1709477 w 1828800"/>
              <a:gd name="connsiteY1" fmla="*/ 0 h 914400"/>
              <a:gd name="connsiteX2" fmla="*/ 1828800 w 1828800"/>
              <a:gd name="connsiteY2" fmla="*/ 457200 h 914400"/>
              <a:gd name="connsiteX3" fmla="*/ 1709477 w 1828800"/>
              <a:gd name="connsiteY3" fmla="*/ 914400 h 914400"/>
              <a:gd name="connsiteX4" fmla="*/ 0 w 1828800"/>
              <a:gd name="connsiteY4" fmla="*/ 914400 h 914400"/>
              <a:gd name="connsiteX5" fmla="*/ 119323 w 1828800"/>
              <a:gd name="connsiteY5" fmla="*/ 4572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709477" y="0"/>
                </a:lnTo>
                <a:lnTo>
                  <a:pt x="1828800" y="457200"/>
                </a:lnTo>
                <a:lnTo>
                  <a:pt x="1709477" y="914400"/>
                </a:lnTo>
                <a:lnTo>
                  <a:pt x="0" y="914400"/>
                </a:lnTo>
                <a:lnTo>
                  <a:pt x="119323" y="4572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defRPr/>
            </a:pPr>
            <a:endParaRPr lang="en-US" sz="933" b="1" kern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73902452-C6BD-431A-961F-7C959D1FEC9E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10451690" y="1361720"/>
            <a:ext cx="1080493" cy="4639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933" b="1" kern="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Financial update &amp; closure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994C0458-91F6-DD8B-0982-CA81D3CF3B8B}"/>
              </a:ext>
            </a:extLst>
          </p:cNvPr>
          <p:cNvSpPr txBox="1">
            <a:spLocks/>
          </p:cNvSpPr>
          <p:nvPr/>
        </p:nvSpPr>
        <p:spPr>
          <a:xfrm>
            <a:off x="902202" y="5009705"/>
            <a:ext cx="812300" cy="11796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Internal process/ root causes</a:t>
            </a:r>
          </a:p>
        </p:txBody>
      </p:sp>
      <p:sp>
        <p:nvSpPr>
          <p:cNvPr id="17" name="Google Shape;957;p26">
            <a:extLst>
              <a:ext uri="{FF2B5EF4-FFF2-40B4-BE49-F238E27FC236}">
                <a16:creationId xmlns:a16="http://schemas.microsoft.com/office/drawing/2014/main" id="{B392587E-8470-6B69-1CC7-EB781819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0" y="444956"/>
            <a:ext cx="10387600" cy="683313"/>
          </a:xfrm>
        </p:spPr>
        <p:txBody>
          <a:bodyPr vert="horz">
            <a:spAutoFit/>
          </a:bodyPr>
          <a:lstStyle/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journey map (as-is)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D843F6-2636-983F-351F-446D8E2E3D12}"/>
              </a:ext>
            </a:extLst>
          </p:cNvPr>
          <p:cNvSpPr txBox="1">
            <a:spLocks/>
          </p:cNvSpPr>
          <p:nvPr/>
        </p:nvSpPr>
        <p:spPr>
          <a:xfrm>
            <a:off x="902202" y="4047956"/>
            <a:ext cx="812300" cy="854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non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 </a:t>
            </a:r>
            <a:b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experience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D7B5B6-460F-86D5-A4A1-D0884799FC63}"/>
              </a:ext>
            </a:extLst>
          </p:cNvPr>
          <p:cNvSpPr txBox="1">
            <a:spLocks/>
          </p:cNvSpPr>
          <p:nvPr/>
        </p:nvSpPr>
        <p:spPr>
          <a:xfrm>
            <a:off x="4644093" y="5420758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Heavy reliance on spreadsheets and SME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C62F66-4A7F-989F-D817-A988C8D039F3}"/>
              </a:ext>
            </a:extLst>
          </p:cNvPr>
          <p:cNvSpPr txBox="1">
            <a:spLocks/>
          </p:cNvSpPr>
          <p:nvPr/>
        </p:nvSpPr>
        <p:spPr>
          <a:xfrm>
            <a:off x="4644093" y="5009703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auto-pricing capability exists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8C94BF-5A71-C470-AE17-C5E4959FC691}"/>
              </a:ext>
            </a:extLst>
          </p:cNvPr>
          <p:cNvSpPr txBox="1">
            <a:spLocks/>
          </p:cNvSpPr>
          <p:nvPr/>
        </p:nvSpPr>
        <p:spPr>
          <a:xfrm>
            <a:off x="4644093" y="5831811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Historical data not leveraged effectively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EF1A5155-6DB2-6A1E-2F2B-5F3E55FE8513}"/>
              </a:ext>
            </a:extLst>
          </p:cNvPr>
          <p:cNvSpPr txBox="1">
            <a:spLocks/>
          </p:cNvSpPr>
          <p:nvPr/>
        </p:nvSpPr>
        <p:spPr>
          <a:xfrm>
            <a:off x="6061066" y="5009703"/>
            <a:ext cx="1363385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built-in validation or recommendations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1F2D5B-EDCF-79F7-7C77-98823DE9CF2A}"/>
              </a:ext>
            </a:extLst>
          </p:cNvPr>
          <p:cNvSpPr txBox="1">
            <a:spLocks/>
          </p:cNvSpPr>
          <p:nvPr/>
        </p:nvSpPr>
        <p:spPr>
          <a:xfrm>
            <a:off x="6061066" y="5831811"/>
            <a:ext cx="1363385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transparency into assumptions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613D45CF-4F28-4ABB-1A46-9F6571CA9CF0}"/>
              </a:ext>
            </a:extLst>
          </p:cNvPr>
          <p:cNvSpPr txBox="1">
            <a:spLocks/>
          </p:cNvSpPr>
          <p:nvPr/>
        </p:nvSpPr>
        <p:spPr>
          <a:xfrm>
            <a:off x="3234556" y="2761243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Needs fast, structured way to capture context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72E120AE-4262-D517-9F49-3FE1401680F4}"/>
              </a:ext>
            </a:extLst>
          </p:cNvPr>
          <p:cNvSpPr txBox="1">
            <a:spLocks/>
          </p:cNvSpPr>
          <p:nvPr/>
        </p:nvSpPr>
        <p:spPr>
          <a:xfrm>
            <a:off x="4644093" y="2761243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Needs quick, accurate pricing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4468FA6B-870E-7B80-1D07-7FF8D031C518}"/>
              </a:ext>
            </a:extLst>
          </p:cNvPr>
          <p:cNvSpPr txBox="1">
            <a:spLocks/>
          </p:cNvSpPr>
          <p:nvPr/>
        </p:nvSpPr>
        <p:spPr>
          <a:xfrm>
            <a:off x="7477652" y="2761243"/>
            <a:ext cx="1353229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Needs standardized, change order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ED509B21-6F81-46A9-6F0B-260FC7B1B562}"/>
              </a:ext>
            </a:extLst>
          </p:cNvPr>
          <p:cNvSpPr txBox="1">
            <a:spLocks/>
          </p:cNvSpPr>
          <p:nvPr/>
        </p:nvSpPr>
        <p:spPr>
          <a:xfrm>
            <a:off x="3234556" y="3172298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 of missing details or context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2505D65-7B4A-7C17-E117-5810A4625E6B}"/>
              </a:ext>
            </a:extLst>
          </p:cNvPr>
          <p:cNvSpPr txBox="1">
            <a:spLocks/>
          </p:cNvSpPr>
          <p:nvPr/>
        </p:nvSpPr>
        <p:spPr>
          <a:xfrm>
            <a:off x="3234556" y="3583351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standard format for capture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909DBE07-27CE-BFC4-D7D9-7400438CF295}"/>
              </a:ext>
            </a:extLst>
          </p:cNvPr>
          <p:cNvSpPr txBox="1">
            <a:spLocks/>
          </p:cNvSpPr>
          <p:nvPr/>
        </p:nvSpPr>
        <p:spPr>
          <a:xfrm>
            <a:off x="4644093" y="3583351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Doesn’t know which cost drivers matter most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C8BE7D-4FD9-8E1E-4C7A-BDF71147A2D8}"/>
              </a:ext>
            </a:extLst>
          </p:cNvPr>
          <p:cNvSpPr txBox="1">
            <a:spLocks/>
          </p:cNvSpPr>
          <p:nvPr/>
        </p:nvSpPr>
        <p:spPr>
          <a:xfrm>
            <a:off x="7477652" y="3583351"/>
            <a:ext cx="1353229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Duplicate entry across systems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32765D-3E95-39A0-5098-E8C2936ACB47}"/>
              </a:ext>
            </a:extLst>
          </p:cNvPr>
          <p:cNvSpPr txBox="1">
            <a:spLocks/>
          </p:cNvSpPr>
          <p:nvPr/>
        </p:nvSpPr>
        <p:spPr>
          <a:xfrm>
            <a:off x="4644093" y="3172298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 pricing is slow and complex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524C98-1877-BCF6-A3D9-16A6882E80D5}"/>
              </a:ext>
            </a:extLst>
          </p:cNvPr>
          <p:cNvSpPr txBox="1">
            <a:spLocks/>
          </p:cNvSpPr>
          <p:nvPr/>
        </p:nvSpPr>
        <p:spPr>
          <a:xfrm>
            <a:off x="7477652" y="3172298"/>
            <a:ext cx="1353229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Rebuilds cost from scratch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D52A4AA7-F21C-1B33-18A1-3BD4DB180768}"/>
              </a:ext>
            </a:extLst>
          </p:cNvPr>
          <p:cNvSpPr txBox="1">
            <a:spLocks/>
          </p:cNvSpPr>
          <p:nvPr/>
        </p:nvSpPr>
        <p:spPr>
          <a:xfrm>
            <a:off x="8884084" y="2761243"/>
            <a:ext cx="1353229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Needs fast approval and clear status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034671C-63B1-1079-23D4-ADD7AF1CD7BC}"/>
              </a:ext>
            </a:extLst>
          </p:cNvPr>
          <p:cNvSpPr txBox="1">
            <a:spLocks/>
          </p:cNvSpPr>
          <p:nvPr/>
        </p:nvSpPr>
        <p:spPr>
          <a:xfrm>
            <a:off x="8884084" y="3583351"/>
            <a:ext cx="1353229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transparency into approval status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1A3AF179-3654-273F-2D60-FF2821C1DFA8}"/>
              </a:ext>
            </a:extLst>
          </p:cNvPr>
          <p:cNvSpPr txBox="1">
            <a:spLocks/>
          </p:cNvSpPr>
          <p:nvPr/>
        </p:nvSpPr>
        <p:spPr>
          <a:xfrm>
            <a:off x="8884084" y="3172298"/>
            <a:ext cx="1353229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Back-and-forth delays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DA8E4A3D-92F1-43F9-B2F4-0EAE4685A289}"/>
              </a:ext>
            </a:extLst>
          </p:cNvPr>
          <p:cNvSpPr txBox="1">
            <a:spLocks/>
          </p:cNvSpPr>
          <p:nvPr/>
        </p:nvSpPr>
        <p:spPr>
          <a:xfrm>
            <a:off x="10290515" y="5009703"/>
            <a:ext cx="1329141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Financial systems updated separately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B140F3D3-B1E1-1B49-38E6-0C4A1828954C}"/>
              </a:ext>
            </a:extLst>
          </p:cNvPr>
          <p:cNvSpPr txBox="1">
            <a:spLocks/>
          </p:cNvSpPr>
          <p:nvPr/>
        </p:nvSpPr>
        <p:spPr>
          <a:xfrm>
            <a:off x="902202" y="1927304"/>
            <a:ext cx="812300" cy="7268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Activity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82CE2143-B897-5B69-94DB-2498ABBCC87E}"/>
              </a:ext>
            </a:extLst>
          </p:cNvPr>
          <p:cNvSpPr txBox="1">
            <a:spLocks/>
          </p:cNvSpPr>
          <p:nvPr/>
        </p:nvSpPr>
        <p:spPr>
          <a:xfrm>
            <a:off x="1811976" y="1927304"/>
            <a:ext cx="1369377" cy="726832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Field supervisor notices scope change (e.g., extra work, site condition)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7BE91357-F257-BBBD-4637-896B90D873F6}"/>
              </a:ext>
            </a:extLst>
          </p:cNvPr>
          <p:cNvSpPr txBox="1">
            <a:spLocks/>
          </p:cNvSpPr>
          <p:nvPr/>
        </p:nvSpPr>
        <p:spPr>
          <a:xfrm>
            <a:off x="3234556" y="1927304"/>
            <a:ext cx="1356337" cy="726832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Takes photos, writes notes, may delay entering into system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77666C3D-0B79-9797-1463-E785D836DA5B}"/>
              </a:ext>
            </a:extLst>
          </p:cNvPr>
          <p:cNvSpPr txBox="1">
            <a:spLocks/>
          </p:cNvSpPr>
          <p:nvPr/>
        </p:nvSpPr>
        <p:spPr>
          <a:xfrm>
            <a:off x="4644093" y="1927304"/>
            <a:ext cx="1363768" cy="726832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Manager/ Estimator gathers inputs, opens Excel or estimating tools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6DEACE98-DE48-350E-86F0-6898F052DE2F}"/>
              </a:ext>
            </a:extLst>
          </p:cNvPr>
          <p:cNvSpPr txBox="1">
            <a:spLocks/>
          </p:cNvSpPr>
          <p:nvPr/>
        </p:nvSpPr>
        <p:spPr>
          <a:xfrm>
            <a:off x="6061066" y="1927304"/>
            <a:ext cx="1363385" cy="726832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Contacts subs/vendors, reviews past jobs, asks internal experts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E043B278-4A35-2AF4-CF2D-0402564DF216}"/>
              </a:ext>
            </a:extLst>
          </p:cNvPr>
          <p:cNvSpPr txBox="1">
            <a:spLocks/>
          </p:cNvSpPr>
          <p:nvPr/>
        </p:nvSpPr>
        <p:spPr>
          <a:xfrm>
            <a:off x="7477652" y="1927304"/>
            <a:ext cx="1353229" cy="726832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Manually builds change order in PM tool or ERP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05AF26-177E-C9E7-4D08-838969AEBCFF}"/>
              </a:ext>
            </a:extLst>
          </p:cNvPr>
          <p:cNvSpPr txBox="1">
            <a:spLocks/>
          </p:cNvSpPr>
          <p:nvPr/>
        </p:nvSpPr>
        <p:spPr>
          <a:xfrm>
            <a:off x="8884084" y="1927304"/>
            <a:ext cx="1353229" cy="726832"/>
          </a:xfrm>
          <a:prstGeom prst="rect">
            <a:avLst/>
          </a:prstGeom>
          <a:solidFill>
            <a:srgbClr val="FFFFFF"/>
          </a:solidFill>
          <a:ln w="9525">
            <a:solidFill>
              <a:srgbClr val="0065BD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Sends to client, responds to questions, revises pricing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9F9EB4B0-4F32-53AF-A0C7-64E8882C7FE2}"/>
              </a:ext>
            </a:extLst>
          </p:cNvPr>
          <p:cNvSpPr txBox="1">
            <a:spLocks/>
          </p:cNvSpPr>
          <p:nvPr/>
        </p:nvSpPr>
        <p:spPr>
          <a:xfrm>
            <a:off x="10290514" y="1927304"/>
            <a:ext cx="1329140" cy="726832"/>
          </a:xfrm>
          <a:prstGeom prst="rect">
            <a:avLst/>
          </a:prstGeom>
          <a:solidFill>
            <a:srgbClr val="FFFFFF"/>
          </a:solidFill>
          <a:ln w="9525">
            <a:solidFill>
              <a:srgbClr val="0065BD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Approved change entered into ERP, reflected in billing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EACC8-73E9-86F9-CE4D-EE3384525508}"/>
              </a:ext>
            </a:extLst>
          </p:cNvPr>
          <p:cNvSpPr txBox="1">
            <a:spLocks/>
          </p:cNvSpPr>
          <p:nvPr/>
        </p:nvSpPr>
        <p:spPr>
          <a:xfrm>
            <a:off x="1811976" y="4454526"/>
            <a:ext cx="1369377" cy="448071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“We’ll deal with this later”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8ADAF7-EF50-34F8-1A79-E081BB94844F}"/>
              </a:ext>
            </a:extLst>
          </p:cNvPr>
          <p:cNvSpPr txBox="1">
            <a:spLocks/>
          </p:cNvSpPr>
          <p:nvPr/>
        </p:nvSpPr>
        <p:spPr>
          <a:xfrm>
            <a:off x="3234556" y="4454526"/>
            <a:ext cx="1356337" cy="448071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“Hope I captured everything”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6A5AB-1F03-6E29-077F-50DF868E864F}"/>
              </a:ext>
            </a:extLst>
          </p:cNvPr>
          <p:cNvSpPr txBox="1">
            <a:spLocks/>
          </p:cNvSpPr>
          <p:nvPr/>
        </p:nvSpPr>
        <p:spPr>
          <a:xfrm>
            <a:off x="4644095" y="4454526"/>
            <a:ext cx="1363768" cy="44807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“This is going to take a while”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162F7-F412-C55F-E1A7-E8D777368949}"/>
              </a:ext>
            </a:extLst>
          </p:cNvPr>
          <p:cNvSpPr txBox="1">
            <a:spLocks/>
          </p:cNvSpPr>
          <p:nvPr/>
        </p:nvSpPr>
        <p:spPr>
          <a:xfrm>
            <a:off x="6061066" y="4454526"/>
            <a:ext cx="1363385" cy="44807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“Is this price right?”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8E1F45-3C46-3049-6E11-72929C628EDB}"/>
              </a:ext>
            </a:extLst>
          </p:cNvPr>
          <p:cNvSpPr txBox="1">
            <a:spLocks/>
          </p:cNvSpPr>
          <p:nvPr/>
        </p:nvSpPr>
        <p:spPr>
          <a:xfrm>
            <a:off x="7477653" y="4454526"/>
            <a:ext cx="1333680" cy="44807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“This is tedious and risky”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75F06A-F1CE-71C4-E444-7F4712298671}"/>
              </a:ext>
            </a:extLst>
          </p:cNvPr>
          <p:cNvSpPr txBox="1">
            <a:spLocks/>
          </p:cNvSpPr>
          <p:nvPr/>
        </p:nvSpPr>
        <p:spPr>
          <a:xfrm>
            <a:off x="8884086" y="4454526"/>
            <a:ext cx="1353229" cy="44807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“Why is this taking so long?”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AE1527-1A0C-6738-D64B-027F70EB9F5C}"/>
              </a:ext>
            </a:extLst>
          </p:cNvPr>
          <p:cNvSpPr txBox="1">
            <a:spLocks/>
          </p:cNvSpPr>
          <p:nvPr/>
        </p:nvSpPr>
        <p:spPr>
          <a:xfrm>
            <a:off x="10290514" y="4454526"/>
            <a:ext cx="1329140" cy="448071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“Finally done, but was it correct?”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3ED413-8C0B-808A-82FF-13D0B3A3AC12}"/>
              </a:ext>
            </a:extLst>
          </p:cNvPr>
          <p:cNvSpPr txBox="1">
            <a:spLocks/>
          </p:cNvSpPr>
          <p:nvPr/>
        </p:nvSpPr>
        <p:spPr>
          <a:xfrm>
            <a:off x="10290515" y="5420758"/>
            <a:ext cx="1329141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Re-keying data required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4CFEF3-3B58-024F-47F5-88769DE49B94}"/>
              </a:ext>
            </a:extLst>
          </p:cNvPr>
          <p:cNvSpPr txBox="1">
            <a:spLocks/>
          </p:cNvSpPr>
          <p:nvPr/>
        </p:nvSpPr>
        <p:spPr>
          <a:xfrm>
            <a:off x="10290515" y="5831811"/>
            <a:ext cx="1329141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Delayed financial synchronization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FEE0800-B5CE-134B-86DB-F8A01B73E749}"/>
              </a:ext>
            </a:extLst>
          </p:cNvPr>
          <p:cNvCxnSpPr>
            <a:cxnSpLocks/>
          </p:cNvCxnSpPr>
          <p:nvPr/>
        </p:nvCxnSpPr>
        <p:spPr>
          <a:xfrm>
            <a:off x="1811975" y="6400507"/>
            <a:ext cx="9804293" cy="0"/>
          </a:xfrm>
          <a:prstGeom prst="line">
            <a:avLst/>
          </a:prstGeom>
          <a:noFill/>
          <a:ln w="6350" cap="flat" cmpd="sng" algn="ctr">
            <a:solidFill>
              <a:srgbClr val="808080"/>
            </a:solidFill>
            <a:prstDash val="solid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CC39DF7-6D09-3DD1-3D87-207B91D62102}"/>
              </a:ext>
            </a:extLst>
          </p:cNvPr>
          <p:cNvSpPr txBox="1"/>
          <p:nvPr/>
        </p:nvSpPr>
        <p:spPr>
          <a:xfrm>
            <a:off x="2893710" y="6329806"/>
            <a:ext cx="664455" cy="14144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034">
              <a:spcBef>
                <a:spcPts val="612"/>
              </a:spcBef>
              <a:spcAft>
                <a:spcPts val="612"/>
              </a:spcAft>
              <a:buClr>
                <a:srgbClr val="002960"/>
              </a:buClr>
              <a:buSzPct val="100000"/>
              <a:defRPr/>
            </a:pPr>
            <a:r>
              <a:rPr lang="en-US" sz="919" b="1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2-5 days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1404BE-1885-19F3-3277-4FC20E08162F}"/>
              </a:ext>
            </a:extLst>
          </p:cNvPr>
          <p:cNvSpPr txBox="1"/>
          <p:nvPr/>
        </p:nvSpPr>
        <p:spPr>
          <a:xfrm>
            <a:off x="8999631" y="6268227"/>
            <a:ext cx="1122136" cy="2645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034">
              <a:buClr>
                <a:srgbClr val="002960"/>
              </a:buClr>
              <a:buSzPct val="100000"/>
              <a:defRPr/>
            </a:pPr>
            <a:r>
              <a:rPr lang="en-US" sz="919" b="1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1-3 weeks </a:t>
            </a:r>
          </a:p>
          <a:p>
            <a:pPr algn="ctr" defTabSz="1218034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(complexity dependent)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83436AD-040E-F03F-14CA-E77A60DAFA06}"/>
              </a:ext>
            </a:extLst>
          </p:cNvPr>
          <p:cNvCxnSpPr/>
          <p:nvPr/>
        </p:nvCxnSpPr>
        <p:spPr>
          <a:xfrm>
            <a:off x="4619699" y="6338939"/>
            <a:ext cx="0" cy="123136"/>
          </a:xfrm>
          <a:prstGeom prst="line">
            <a:avLst/>
          </a:prstGeom>
          <a:noFill/>
          <a:ln w="6350" cap="flat" cmpd="sng" algn="ctr">
            <a:solidFill>
              <a:srgbClr val="808080"/>
            </a:solidFill>
            <a:prstDash val="solid"/>
          </a:ln>
          <a:effectLst/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57B6BF7-7304-E1C8-1D54-5408E13728F3}"/>
              </a:ext>
            </a:extLst>
          </p:cNvPr>
          <p:cNvCxnSpPr/>
          <p:nvPr/>
        </p:nvCxnSpPr>
        <p:spPr>
          <a:xfrm>
            <a:off x="1819744" y="2707689"/>
            <a:ext cx="979652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D87F405-BDC0-4248-B5DA-F34845758C52}"/>
              </a:ext>
            </a:extLst>
          </p:cNvPr>
          <p:cNvCxnSpPr/>
          <p:nvPr/>
        </p:nvCxnSpPr>
        <p:spPr>
          <a:xfrm>
            <a:off x="1819744" y="3994403"/>
            <a:ext cx="979652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EDE69B18-67E6-F62B-494E-0DB9712CC344}"/>
              </a:ext>
            </a:extLst>
          </p:cNvPr>
          <p:cNvCxnSpPr/>
          <p:nvPr/>
        </p:nvCxnSpPr>
        <p:spPr>
          <a:xfrm>
            <a:off x="1819744" y="4956149"/>
            <a:ext cx="979652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Marvintrackercircle">
            <a:extLst>
              <a:ext uri="{FF2B5EF4-FFF2-40B4-BE49-F238E27FC236}">
                <a16:creationId xmlns:a16="http://schemas.microsoft.com/office/drawing/2014/main" id="{F471C1C2-561B-54F2-1F7C-84E0FB9230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828880" y="163883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sp>
        <p:nvSpPr>
          <p:cNvPr id="306" name="Marvintrackercircle">
            <a:extLst>
              <a:ext uri="{FF2B5EF4-FFF2-40B4-BE49-F238E27FC236}">
                <a16:creationId xmlns:a16="http://schemas.microsoft.com/office/drawing/2014/main" id="{BB22007E-6DB7-18DC-3D89-7FDC5185B6E3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242783" y="163883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46" name="Marvintrackercircle">
            <a:extLst>
              <a:ext uri="{FF2B5EF4-FFF2-40B4-BE49-F238E27FC236}">
                <a16:creationId xmlns:a16="http://schemas.microsoft.com/office/drawing/2014/main" id="{4023B8F4-1946-3DCA-C8A1-9E6F636CEE2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8655557" y="163883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</a:p>
        </p:txBody>
      </p:sp>
      <p:sp>
        <p:nvSpPr>
          <p:cNvPr id="356" name="Marvintrackercircle">
            <a:extLst>
              <a:ext uri="{FF2B5EF4-FFF2-40B4-BE49-F238E27FC236}">
                <a16:creationId xmlns:a16="http://schemas.microsoft.com/office/drawing/2014/main" id="{D652F721-4F6F-569D-043F-4980DE0BFAC4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0073735" y="163883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</a:p>
        </p:txBody>
      </p:sp>
      <p:sp>
        <p:nvSpPr>
          <p:cNvPr id="357" name="Marvintrackercircle">
            <a:extLst>
              <a:ext uri="{FF2B5EF4-FFF2-40B4-BE49-F238E27FC236}">
                <a16:creationId xmlns:a16="http://schemas.microsoft.com/office/drawing/2014/main" id="{47A6F25D-FE52-DC87-5AEB-C53DC9C3E338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11448116" y="163883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</a:p>
        </p:txBody>
      </p:sp>
      <p:sp>
        <p:nvSpPr>
          <p:cNvPr id="358" name="Marvintrackercircle">
            <a:extLst>
              <a:ext uri="{FF2B5EF4-FFF2-40B4-BE49-F238E27FC236}">
                <a16:creationId xmlns:a16="http://schemas.microsoft.com/office/drawing/2014/main" id="{6ECDD484-7692-1316-7ED0-BAEDB7289AF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3001453" y="163883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59" name="Marvintrackercircle">
            <a:extLst>
              <a:ext uri="{FF2B5EF4-FFF2-40B4-BE49-F238E27FC236}">
                <a16:creationId xmlns:a16="http://schemas.microsoft.com/office/drawing/2014/main" id="{F92D91C3-FDA3-C535-5D18-6089FF0EA66F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4403017" y="163883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F6D65-B01C-3137-FE38-C1884F2648AF}"/>
              </a:ext>
            </a:extLst>
          </p:cNvPr>
          <p:cNvSpPr txBox="1">
            <a:spLocks/>
          </p:cNvSpPr>
          <p:nvPr/>
        </p:nvSpPr>
        <p:spPr>
          <a:xfrm>
            <a:off x="1811974" y="2761243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Doesn’t immediately recognize full cost impact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8D5EC-9DD9-F587-51FC-08C42ABACC7B}"/>
              </a:ext>
            </a:extLst>
          </p:cNvPr>
          <p:cNvSpPr txBox="1">
            <a:spLocks/>
          </p:cNvSpPr>
          <p:nvPr/>
        </p:nvSpPr>
        <p:spPr>
          <a:xfrm>
            <a:off x="1811974" y="3172298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Assumes it can be handled later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82469-0C3C-4061-FF12-A265BAB01D1B}"/>
              </a:ext>
            </a:extLst>
          </p:cNvPr>
          <p:cNvSpPr txBox="1">
            <a:spLocks/>
          </p:cNvSpPr>
          <p:nvPr/>
        </p:nvSpPr>
        <p:spPr>
          <a:xfrm>
            <a:off x="1811974" y="3583351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clear urgency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9A61F7-09BA-E477-4790-7C8216868CF7}"/>
              </a:ext>
            </a:extLst>
          </p:cNvPr>
          <p:cNvSpPr txBox="1">
            <a:spLocks/>
          </p:cNvSpPr>
          <p:nvPr/>
        </p:nvSpPr>
        <p:spPr>
          <a:xfrm>
            <a:off x="6068113" y="2761243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Unsure if pricing is correct or 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58CC81-FCE7-C731-D9C8-AFE979F4CA21}"/>
              </a:ext>
            </a:extLst>
          </p:cNvPr>
          <p:cNvSpPr txBox="1">
            <a:spLocks/>
          </p:cNvSpPr>
          <p:nvPr/>
        </p:nvSpPr>
        <p:spPr>
          <a:xfrm>
            <a:off x="6068113" y="3172298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Relies on others for validation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E0464A-F905-B9EF-D4A3-8AB743EBDFAB}"/>
              </a:ext>
            </a:extLst>
          </p:cNvPr>
          <p:cNvSpPr txBox="1">
            <a:spLocks/>
          </p:cNvSpPr>
          <p:nvPr/>
        </p:nvSpPr>
        <p:spPr>
          <a:xfrm>
            <a:off x="6068113" y="3583351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Conflicting inputs from subs/vendors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A747A2-563A-3C72-8E50-D5E16420C879}"/>
              </a:ext>
            </a:extLst>
          </p:cNvPr>
          <p:cNvSpPr txBox="1">
            <a:spLocks/>
          </p:cNvSpPr>
          <p:nvPr/>
        </p:nvSpPr>
        <p:spPr>
          <a:xfrm>
            <a:off x="10290514" y="2761243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Needs immediate reflection in financials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896E9A-C179-E9EA-9B60-53623935A9F4}"/>
              </a:ext>
            </a:extLst>
          </p:cNvPr>
          <p:cNvSpPr txBox="1">
            <a:spLocks/>
          </p:cNvSpPr>
          <p:nvPr/>
        </p:nvSpPr>
        <p:spPr>
          <a:xfrm>
            <a:off x="10290514" y="3172298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Delayed visibility into cost impact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8CAFD9-5149-7B42-A3C4-92612FD2BDC1}"/>
              </a:ext>
            </a:extLst>
          </p:cNvPr>
          <p:cNvSpPr txBox="1">
            <a:spLocks/>
          </p:cNvSpPr>
          <p:nvPr/>
        </p:nvSpPr>
        <p:spPr>
          <a:xfrm>
            <a:off x="10290514" y="3583351"/>
            <a:ext cx="1356337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5C5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 of mismatch between systems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2968FA-3B1E-2D84-FB12-EBBF4ADB5FB5}"/>
              </a:ext>
            </a:extLst>
          </p:cNvPr>
          <p:cNvSpPr txBox="1">
            <a:spLocks/>
          </p:cNvSpPr>
          <p:nvPr/>
        </p:nvSpPr>
        <p:spPr>
          <a:xfrm>
            <a:off x="3231537" y="5420758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not captured in structured format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DBA88E-095A-06A5-4DA8-7793A28AB889}"/>
              </a:ext>
            </a:extLst>
          </p:cNvPr>
          <p:cNvSpPr txBox="1">
            <a:spLocks/>
          </p:cNvSpPr>
          <p:nvPr/>
        </p:nvSpPr>
        <p:spPr>
          <a:xfrm>
            <a:off x="3231537" y="5009703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Field capture not standardized across tools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83A486-0A82-1B02-F8BB-26D9B3656A18}"/>
              </a:ext>
            </a:extLst>
          </p:cNvPr>
          <p:cNvSpPr txBox="1">
            <a:spLocks/>
          </p:cNvSpPr>
          <p:nvPr/>
        </p:nvSpPr>
        <p:spPr>
          <a:xfrm>
            <a:off x="3231537" y="5831811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Context not preserved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031A6E-2456-0490-283F-EEEE579D540D}"/>
              </a:ext>
            </a:extLst>
          </p:cNvPr>
          <p:cNvSpPr txBox="1">
            <a:spLocks/>
          </p:cNvSpPr>
          <p:nvPr/>
        </p:nvSpPr>
        <p:spPr>
          <a:xfrm>
            <a:off x="1811973" y="5420758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Reliance on human recognition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A45F7FA-53C1-9456-CE09-AD2B9B6D5549}"/>
              </a:ext>
            </a:extLst>
          </p:cNvPr>
          <p:cNvSpPr txBox="1">
            <a:spLocks/>
          </p:cNvSpPr>
          <p:nvPr/>
        </p:nvSpPr>
        <p:spPr>
          <a:xfrm>
            <a:off x="1811973" y="5009703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structured trigger for change capture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0F0EA1-C824-24A7-590D-BF391ADCBDF6}"/>
              </a:ext>
            </a:extLst>
          </p:cNvPr>
          <p:cNvSpPr txBox="1">
            <a:spLocks/>
          </p:cNvSpPr>
          <p:nvPr/>
        </p:nvSpPr>
        <p:spPr>
          <a:xfrm>
            <a:off x="1811973" y="5831811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linkage to downstream impact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AB1B48-2DBC-F836-4CBE-A005D02DC489}"/>
              </a:ext>
            </a:extLst>
          </p:cNvPr>
          <p:cNvSpPr txBox="1">
            <a:spLocks/>
          </p:cNvSpPr>
          <p:nvPr/>
        </p:nvSpPr>
        <p:spPr>
          <a:xfrm>
            <a:off x="7477652" y="5420758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seamless data flow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E5FC9A-4229-F29D-842F-4502D05DF802}"/>
              </a:ext>
            </a:extLst>
          </p:cNvPr>
          <p:cNvSpPr txBox="1">
            <a:spLocks/>
          </p:cNvSpPr>
          <p:nvPr/>
        </p:nvSpPr>
        <p:spPr>
          <a:xfrm>
            <a:off x="7477652" y="5009703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Disconnected systems (PM, ERP, estimating)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1B83E57-A36F-2029-B85A-AEDC32F7E6C9}"/>
              </a:ext>
            </a:extLst>
          </p:cNvPr>
          <p:cNvSpPr txBox="1">
            <a:spLocks/>
          </p:cNvSpPr>
          <p:nvPr/>
        </p:nvSpPr>
        <p:spPr>
          <a:xfrm>
            <a:off x="7477652" y="5831811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single system of record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43DDA8-E1D2-325F-0E02-E937DBD76088}"/>
              </a:ext>
            </a:extLst>
          </p:cNvPr>
          <p:cNvSpPr txBox="1">
            <a:spLocks/>
          </p:cNvSpPr>
          <p:nvPr/>
        </p:nvSpPr>
        <p:spPr>
          <a:xfrm>
            <a:off x="8884084" y="5420758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Version control issues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222994-95B1-C01A-A3A3-01A523747196}"/>
              </a:ext>
            </a:extLst>
          </p:cNvPr>
          <p:cNvSpPr txBox="1">
            <a:spLocks/>
          </p:cNvSpPr>
          <p:nvPr/>
        </p:nvSpPr>
        <p:spPr>
          <a:xfrm>
            <a:off x="8884084" y="5009703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 approval workflows, email-based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102166A5-F505-BC8D-563C-61D75F4C429A}"/>
              </a:ext>
            </a:extLst>
          </p:cNvPr>
          <p:cNvSpPr txBox="1">
            <a:spLocks/>
          </p:cNvSpPr>
          <p:nvPr/>
        </p:nvSpPr>
        <p:spPr>
          <a:xfrm>
            <a:off x="8884084" y="5831811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real-time tracking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2882446-F7D9-84E4-8746-6D4FC920D99B}"/>
              </a:ext>
            </a:extLst>
          </p:cNvPr>
          <p:cNvSpPr txBox="1"/>
          <p:nvPr/>
        </p:nvSpPr>
        <p:spPr>
          <a:xfrm>
            <a:off x="5644641" y="6329806"/>
            <a:ext cx="832849" cy="14144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034">
              <a:spcBef>
                <a:spcPts val="612"/>
              </a:spcBef>
              <a:spcAft>
                <a:spcPts val="612"/>
              </a:spcAft>
              <a:buClr>
                <a:srgbClr val="002960"/>
              </a:buClr>
              <a:buSzPct val="100000"/>
              <a:defRPr/>
            </a:pPr>
            <a:r>
              <a:rPr lang="en-US" sz="919" b="1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 to 2 weeks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65AEAC6-7521-C0AB-17F0-CE39B60460FE}"/>
              </a:ext>
            </a:extLst>
          </p:cNvPr>
          <p:cNvCxnSpPr/>
          <p:nvPr/>
        </p:nvCxnSpPr>
        <p:spPr>
          <a:xfrm>
            <a:off x="7451051" y="6338939"/>
            <a:ext cx="0" cy="123136"/>
          </a:xfrm>
          <a:prstGeom prst="line">
            <a:avLst/>
          </a:prstGeom>
          <a:noFill/>
          <a:ln w="6350" cap="flat" cmpd="sng" algn="ctr">
            <a:solidFill>
              <a:srgbClr val="808080"/>
            </a:solidFill>
            <a:prstDash val="solid"/>
          </a:ln>
          <a:effectLst/>
        </p:spPr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0DC9DBD0-4327-978C-B628-5F0C7A18D0DB}"/>
              </a:ext>
            </a:extLst>
          </p:cNvPr>
          <p:cNvSpPr txBox="1">
            <a:spLocks/>
          </p:cNvSpPr>
          <p:nvPr/>
        </p:nvSpPr>
        <p:spPr>
          <a:xfrm>
            <a:off x="6061065" y="5420758"/>
            <a:ext cx="1363768" cy="3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800" kern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shared cost intelligence</a:t>
            </a: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42A8F934-1658-5969-8382-3FAC213AD04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11973" y="4051914"/>
            <a:ext cx="9796529" cy="3323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432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9E1D-15F3-C934-CEE2-DC7CEAB6C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7468C36-8F82-D269-C5D9-630CC685B52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58759583"/>
              </p:ext>
            </p:extLst>
          </p:nvPr>
        </p:nvGraphicFramePr>
        <p:xfrm>
          <a:off x="2119" y="2119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7772400" imgH="10058400" progId="TCLayout.ActiveDocument.1">
                  <p:embed/>
                </p:oleObj>
              </mc:Choice>
              <mc:Fallback>
                <p:oleObj name="think-cell Slide" r:id="rId3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468C36-8F82-D269-C5D9-630CC685B5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" name="TextBox 310">
            <a:extLst>
              <a:ext uri="{FF2B5EF4-FFF2-40B4-BE49-F238E27FC236}">
                <a16:creationId xmlns:a16="http://schemas.microsoft.com/office/drawing/2014/main" id="{37275D10-3E71-8F6D-4D31-745DEFF2267D}"/>
              </a:ext>
            </a:extLst>
          </p:cNvPr>
          <p:cNvSpPr txBox="1">
            <a:spLocks/>
          </p:cNvSpPr>
          <p:nvPr/>
        </p:nvSpPr>
        <p:spPr>
          <a:xfrm>
            <a:off x="902202" y="1324305"/>
            <a:ext cx="812300" cy="8296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55101" tIns="55101" rIns="55101" bIns="55101" rtlCol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Journey phases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0994C81-8143-15BE-9B1B-F9F1AB7427C3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819743" y="1324304"/>
            <a:ext cx="1458552" cy="829619"/>
            <a:chOff x="1364807" y="993227"/>
            <a:chExt cx="1093914" cy="622214"/>
          </a:xfrm>
        </p:grpSpPr>
        <p:sp>
          <p:nvSpPr>
            <p:cNvPr id="313" name="Freeform 62">
              <a:extLst>
                <a:ext uri="{FF2B5EF4-FFF2-40B4-BE49-F238E27FC236}">
                  <a16:creationId xmlns:a16="http://schemas.microsoft.com/office/drawing/2014/main" id="{1324EC64-F878-4DCE-0ED9-E6ECDBE4A96A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364807" y="993227"/>
              <a:ext cx="1093914" cy="622214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41561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41561 w 1828800"/>
                <a:gd name="connsiteY1" fmla="*/ 0 h 914400"/>
                <a:gd name="connsiteX2" fmla="*/ 1828800 w 1828800"/>
                <a:gd name="connsiteY2" fmla="*/ 457200 h 914400"/>
                <a:gd name="connsiteX3" fmla="*/ 1641561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41561" y="0"/>
                  </a:lnTo>
                  <a:lnTo>
                    <a:pt x="1828800" y="457200"/>
                  </a:lnTo>
                  <a:lnTo>
                    <a:pt x="1641561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32915">
                <a:defRPr/>
              </a:pPr>
              <a:endPara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C20B6EB0-FD57-95FC-E777-D10FC58024BA}"/>
                </a:ext>
              </a:extLst>
            </p:cNvPr>
            <p:cNvSpPr txBox="1"/>
            <p:nvPr>
              <p:custDataLst>
                <p:tags r:id="rId30"/>
              </p:custDataLst>
            </p:nvPr>
          </p:nvSpPr>
          <p:spPr>
            <a:xfrm>
              <a:off x="1428307" y="1036436"/>
              <a:ext cx="918416" cy="53579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lIns="0" tIns="0" rIns="0" bIns="0"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481">
                <a:buClr>
                  <a:srgbClr val="002960"/>
                </a:buClr>
                <a:buSzPct val="100000"/>
                <a:defRPr/>
              </a:pPr>
              <a:r>
                <a:rPr lang="en-US" sz="1067" b="1" kern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Phase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2C82C1-88B9-650F-55C5-AE1F7E1ADC28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231537" y="1324305"/>
            <a:ext cx="1458552" cy="829619"/>
            <a:chOff x="2423653" y="993228"/>
            <a:chExt cx="1093914" cy="622214"/>
          </a:xfrm>
        </p:grpSpPr>
        <p:sp>
          <p:nvSpPr>
            <p:cNvPr id="320" name="Freeform 70">
              <a:extLst>
                <a:ext uri="{FF2B5EF4-FFF2-40B4-BE49-F238E27FC236}">
                  <a16:creationId xmlns:a16="http://schemas.microsoft.com/office/drawing/2014/main" id="{CE1E4A41-7F75-9AD1-54E2-0431F41B6831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2423653" y="993228"/>
              <a:ext cx="1093914" cy="622214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211600 w 1828800"/>
                <a:gd name="connsiteY5" fmla="*/ 457200 h 914400"/>
                <a:gd name="connsiteX0" fmla="*/ 0 w 1828800"/>
                <a:gd name="connsiteY0" fmla="*/ 0 h 914400"/>
                <a:gd name="connsiteX1" fmla="*/ 1617200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211600 w 1828800"/>
                <a:gd name="connsiteY5" fmla="*/ 457200 h 914400"/>
                <a:gd name="connsiteX0" fmla="*/ 0 w 1828800"/>
                <a:gd name="connsiteY0" fmla="*/ 0 h 914400"/>
                <a:gd name="connsiteX1" fmla="*/ 1617200 w 1828800"/>
                <a:gd name="connsiteY1" fmla="*/ 0 h 914400"/>
                <a:gd name="connsiteX2" fmla="*/ 1828800 w 1828800"/>
                <a:gd name="connsiteY2" fmla="*/ 457200 h 914400"/>
                <a:gd name="connsiteX3" fmla="*/ 1617200 w 1828800"/>
                <a:gd name="connsiteY3" fmla="*/ 914400 h 914400"/>
                <a:gd name="connsiteX4" fmla="*/ 0 w 1828800"/>
                <a:gd name="connsiteY4" fmla="*/ 914400 h 914400"/>
                <a:gd name="connsiteX5" fmla="*/ 211600 w 1828800"/>
                <a:gd name="connsiteY5" fmla="*/ 457200 h 914400"/>
                <a:gd name="connsiteX0" fmla="*/ 0 w 1828800"/>
                <a:gd name="connsiteY0" fmla="*/ 0 h 914400"/>
                <a:gd name="connsiteX1" fmla="*/ 1617200 w 1828800"/>
                <a:gd name="connsiteY1" fmla="*/ 0 h 914400"/>
                <a:gd name="connsiteX2" fmla="*/ 1828800 w 1828800"/>
                <a:gd name="connsiteY2" fmla="*/ 457200 h 914400"/>
                <a:gd name="connsiteX3" fmla="*/ 1617200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17200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  <a:gd name="connsiteX0" fmla="*/ 0 w 1828800"/>
                <a:gd name="connsiteY0" fmla="*/ 0 h 914400"/>
                <a:gd name="connsiteX1" fmla="*/ 1641561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  <a:gd name="connsiteX0" fmla="*/ 0 w 1828800"/>
                <a:gd name="connsiteY0" fmla="*/ 0 h 914400"/>
                <a:gd name="connsiteX1" fmla="*/ 1641561 w 1828800"/>
                <a:gd name="connsiteY1" fmla="*/ 0 h 914400"/>
                <a:gd name="connsiteX2" fmla="*/ 1828800 w 1828800"/>
                <a:gd name="connsiteY2" fmla="*/ 457200 h 914400"/>
                <a:gd name="connsiteX3" fmla="*/ 1641561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41561" y="0"/>
                  </a:lnTo>
                  <a:lnTo>
                    <a:pt x="1828800" y="457200"/>
                  </a:lnTo>
                  <a:lnTo>
                    <a:pt x="1641561" y="914400"/>
                  </a:lnTo>
                  <a:lnTo>
                    <a:pt x="0" y="914400"/>
                  </a:lnTo>
                  <a:lnTo>
                    <a:pt x="187239" y="45720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32915">
                <a:defRPr/>
              </a:pPr>
              <a:endPara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7F12D285-69E1-65D0-A4DD-74D570D8D985}"/>
                </a:ext>
              </a:extLst>
            </p:cNvPr>
            <p:cNvSpPr txBox="1"/>
            <p:nvPr>
              <p:custDataLst>
                <p:tags r:id="rId28"/>
              </p:custDataLst>
            </p:nvPr>
          </p:nvSpPr>
          <p:spPr>
            <a:xfrm>
              <a:off x="2586452" y="1036438"/>
              <a:ext cx="819117" cy="53579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lIns="0" tIns="0" rIns="0" bIns="0"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481">
                <a:buClr>
                  <a:srgbClr val="002960"/>
                </a:buClr>
                <a:buSzPct val="100000"/>
                <a:defRPr/>
              </a:pPr>
              <a:r>
                <a:rPr lang="en-US" sz="1067" b="1" kern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Phase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EB27E1-9CE9-0973-57CC-02A897968F4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643332" y="1324305"/>
            <a:ext cx="1458552" cy="829619"/>
            <a:chOff x="3482499" y="993228"/>
            <a:chExt cx="1093914" cy="622214"/>
          </a:xfrm>
        </p:grpSpPr>
        <p:sp>
          <p:nvSpPr>
            <p:cNvPr id="318" name="Freeform 82">
              <a:extLst>
                <a:ext uri="{FF2B5EF4-FFF2-40B4-BE49-F238E27FC236}">
                  <a16:creationId xmlns:a16="http://schemas.microsoft.com/office/drawing/2014/main" id="{9ABDDB69-8338-8AD1-FDE4-1E30529E240C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3482499" y="993228"/>
              <a:ext cx="1093914" cy="622214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211600 w 1828800"/>
                <a:gd name="connsiteY5" fmla="*/ 457200 h 914400"/>
                <a:gd name="connsiteX0" fmla="*/ 0 w 1828800"/>
                <a:gd name="connsiteY0" fmla="*/ 0 h 914400"/>
                <a:gd name="connsiteX1" fmla="*/ 1617200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211600 w 1828800"/>
                <a:gd name="connsiteY5" fmla="*/ 457200 h 914400"/>
                <a:gd name="connsiteX0" fmla="*/ 0 w 1828800"/>
                <a:gd name="connsiteY0" fmla="*/ 0 h 914400"/>
                <a:gd name="connsiteX1" fmla="*/ 1617200 w 1828800"/>
                <a:gd name="connsiteY1" fmla="*/ 0 h 914400"/>
                <a:gd name="connsiteX2" fmla="*/ 1828800 w 1828800"/>
                <a:gd name="connsiteY2" fmla="*/ 457200 h 914400"/>
                <a:gd name="connsiteX3" fmla="*/ 1617200 w 1828800"/>
                <a:gd name="connsiteY3" fmla="*/ 914400 h 914400"/>
                <a:gd name="connsiteX4" fmla="*/ 0 w 1828800"/>
                <a:gd name="connsiteY4" fmla="*/ 914400 h 914400"/>
                <a:gd name="connsiteX5" fmla="*/ 211600 w 1828800"/>
                <a:gd name="connsiteY5" fmla="*/ 457200 h 914400"/>
                <a:gd name="connsiteX0" fmla="*/ 0 w 1828800"/>
                <a:gd name="connsiteY0" fmla="*/ 0 h 914400"/>
                <a:gd name="connsiteX1" fmla="*/ 1617200 w 1828800"/>
                <a:gd name="connsiteY1" fmla="*/ 0 h 914400"/>
                <a:gd name="connsiteX2" fmla="*/ 1828800 w 1828800"/>
                <a:gd name="connsiteY2" fmla="*/ 457200 h 914400"/>
                <a:gd name="connsiteX3" fmla="*/ 1617200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17200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  <a:gd name="connsiteX0" fmla="*/ 0 w 1828800"/>
                <a:gd name="connsiteY0" fmla="*/ 0 h 914400"/>
                <a:gd name="connsiteX1" fmla="*/ 1641561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  <a:gd name="connsiteX0" fmla="*/ 0 w 1828800"/>
                <a:gd name="connsiteY0" fmla="*/ 0 h 914400"/>
                <a:gd name="connsiteX1" fmla="*/ 1641561 w 1828800"/>
                <a:gd name="connsiteY1" fmla="*/ 0 h 914400"/>
                <a:gd name="connsiteX2" fmla="*/ 1828800 w 1828800"/>
                <a:gd name="connsiteY2" fmla="*/ 457200 h 914400"/>
                <a:gd name="connsiteX3" fmla="*/ 1641561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41561" y="0"/>
                  </a:lnTo>
                  <a:lnTo>
                    <a:pt x="1828800" y="457200"/>
                  </a:lnTo>
                  <a:lnTo>
                    <a:pt x="1641561" y="914400"/>
                  </a:lnTo>
                  <a:lnTo>
                    <a:pt x="0" y="914400"/>
                  </a:lnTo>
                  <a:lnTo>
                    <a:pt x="187239" y="45720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32915">
                <a:defRPr/>
              </a:pPr>
              <a:endPara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CDE7F1F4-7A66-2537-52D0-89A4593E82EA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3645298" y="1036438"/>
              <a:ext cx="819117" cy="53579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lIns="0" tIns="0" rIns="0" bIns="0"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481">
                <a:buClr>
                  <a:srgbClr val="002960"/>
                </a:buClr>
                <a:buSzPct val="100000"/>
                <a:defRPr/>
              </a:pPr>
              <a:r>
                <a:rPr lang="en-US" sz="1067" b="1" kern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Phase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7E498AE-05B2-78C4-251B-C72BF42C5C3D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055127" y="1324305"/>
            <a:ext cx="1458552" cy="829619"/>
            <a:chOff x="4541345" y="993228"/>
            <a:chExt cx="1093914" cy="622214"/>
          </a:xfrm>
        </p:grpSpPr>
        <p:sp>
          <p:nvSpPr>
            <p:cNvPr id="324" name="Freeform 102">
              <a:extLst>
                <a:ext uri="{FF2B5EF4-FFF2-40B4-BE49-F238E27FC236}">
                  <a16:creationId xmlns:a16="http://schemas.microsoft.com/office/drawing/2014/main" id="{3D419677-B97E-D921-F606-F1A8D4BA4468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4541345" y="993228"/>
              <a:ext cx="1093914" cy="622214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158103 w 1828800"/>
                <a:gd name="connsiteY5" fmla="*/ 457200 h 914400"/>
                <a:gd name="connsiteX0" fmla="*/ 0 w 1828800"/>
                <a:gd name="connsiteY0" fmla="*/ 0 h 914400"/>
                <a:gd name="connsiteX1" fmla="*/ 1670697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211600 w 1828800"/>
                <a:gd name="connsiteY5" fmla="*/ 457200 h 914400"/>
                <a:gd name="connsiteX0" fmla="*/ 0 w 1828800"/>
                <a:gd name="connsiteY0" fmla="*/ 0 h 914400"/>
                <a:gd name="connsiteX1" fmla="*/ 1617200 w 1828800"/>
                <a:gd name="connsiteY1" fmla="*/ 0 h 914400"/>
                <a:gd name="connsiteX2" fmla="*/ 1828800 w 1828800"/>
                <a:gd name="connsiteY2" fmla="*/ 457200 h 914400"/>
                <a:gd name="connsiteX3" fmla="*/ 1670697 w 1828800"/>
                <a:gd name="connsiteY3" fmla="*/ 914400 h 914400"/>
                <a:gd name="connsiteX4" fmla="*/ 0 w 1828800"/>
                <a:gd name="connsiteY4" fmla="*/ 914400 h 914400"/>
                <a:gd name="connsiteX5" fmla="*/ 211600 w 1828800"/>
                <a:gd name="connsiteY5" fmla="*/ 457200 h 914400"/>
                <a:gd name="connsiteX0" fmla="*/ 0 w 1828800"/>
                <a:gd name="connsiteY0" fmla="*/ 0 h 914400"/>
                <a:gd name="connsiteX1" fmla="*/ 1617200 w 1828800"/>
                <a:gd name="connsiteY1" fmla="*/ 0 h 914400"/>
                <a:gd name="connsiteX2" fmla="*/ 1828800 w 1828800"/>
                <a:gd name="connsiteY2" fmla="*/ 457200 h 914400"/>
                <a:gd name="connsiteX3" fmla="*/ 1617200 w 1828800"/>
                <a:gd name="connsiteY3" fmla="*/ 914400 h 914400"/>
                <a:gd name="connsiteX4" fmla="*/ 0 w 1828800"/>
                <a:gd name="connsiteY4" fmla="*/ 914400 h 914400"/>
                <a:gd name="connsiteX5" fmla="*/ 211600 w 1828800"/>
                <a:gd name="connsiteY5" fmla="*/ 457200 h 914400"/>
                <a:gd name="connsiteX0" fmla="*/ 0 w 1828800"/>
                <a:gd name="connsiteY0" fmla="*/ 0 h 914400"/>
                <a:gd name="connsiteX1" fmla="*/ 1617200 w 1828800"/>
                <a:gd name="connsiteY1" fmla="*/ 0 h 914400"/>
                <a:gd name="connsiteX2" fmla="*/ 1828800 w 1828800"/>
                <a:gd name="connsiteY2" fmla="*/ 457200 h 914400"/>
                <a:gd name="connsiteX3" fmla="*/ 1617200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17200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77131 w 1828800"/>
                <a:gd name="connsiteY5" fmla="*/ 457200 h 914400"/>
                <a:gd name="connsiteX0" fmla="*/ 0 w 1828800"/>
                <a:gd name="connsiteY0" fmla="*/ 0 h 914400"/>
                <a:gd name="connsiteX1" fmla="*/ 165166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5166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238 w 1828800"/>
                <a:gd name="connsiteY5" fmla="*/ 457200 h 914400"/>
                <a:gd name="connsiteX0" fmla="*/ 0 w 1828800"/>
                <a:gd name="connsiteY0" fmla="*/ 0 h 914400"/>
                <a:gd name="connsiteX1" fmla="*/ 1641562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238 w 1828800"/>
                <a:gd name="connsiteY5" fmla="*/ 457200 h 914400"/>
                <a:gd name="connsiteX0" fmla="*/ 0 w 1828800"/>
                <a:gd name="connsiteY0" fmla="*/ 0 h 914400"/>
                <a:gd name="connsiteX1" fmla="*/ 1641562 w 1828800"/>
                <a:gd name="connsiteY1" fmla="*/ 0 h 914400"/>
                <a:gd name="connsiteX2" fmla="*/ 1828800 w 1828800"/>
                <a:gd name="connsiteY2" fmla="*/ 457200 h 914400"/>
                <a:gd name="connsiteX3" fmla="*/ 1641562 w 1828800"/>
                <a:gd name="connsiteY3" fmla="*/ 914400 h 914400"/>
                <a:gd name="connsiteX4" fmla="*/ 0 w 1828800"/>
                <a:gd name="connsiteY4" fmla="*/ 914400 h 914400"/>
                <a:gd name="connsiteX5" fmla="*/ 187238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41562" y="0"/>
                  </a:lnTo>
                  <a:lnTo>
                    <a:pt x="1828800" y="457200"/>
                  </a:lnTo>
                  <a:lnTo>
                    <a:pt x="1641562" y="914400"/>
                  </a:lnTo>
                  <a:lnTo>
                    <a:pt x="0" y="914400"/>
                  </a:lnTo>
                  <a:lnTo>
                    <a:pt x="187238" y="45720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32915">
                <a:defRPr/>
              </a:pPr>
              <a:endPara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B1F76798-9EFC-340D-B474-D76798E46DEA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4704143" y="1036438"/>
              <a:ext cx="819117" cy="53579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lIns="0" tIns="0" rIns="0" bIns="0"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481">
                <a:buClr>
                  <a:srgbClr val="002960"/>
                </a:buClr>
                <a:buSzPct val="100000"/>
                <a:defRPr/>
              </a:pPr>
              <a:r>
                <a:rPr lang="en-US" sz="1067" b="1" kern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Phase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F8D6EB-18A6-FE18-9853-3BC3079903CD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466921" y="1324305"/>
            <a:ext cx="1458552" cy="829619"/>
            <a:chOff x="5600191" y="993228"/>
            <a:chExt cx="1093914" cy="622214"/>
          </a:xfrm>
        </p:grpSpPr>
        <p:sp>
          <p:nvSpPr>
            <p:cNvPr id="328" name="Freeform 106">
              <a:extLst>
                <a:ext uri="{FF2B5EF4-FFF2-40B4-BE49-F238E27FC236}">
                  <a16:creationId xmlns:a16="http://schemas.microsoft.com/office/drawing/2014/main" id="{F1720243-3752-643A-AD21-3FD75B4CD1D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600191" y="993228"/>
              <a:ext cx="1093914" cy="622214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  <a:gd name="connsiteX0" fmla="*/ 0 w 1828800"/>
                <a:gd name="connsiteY0" fmla="*/ 0 h 914400"/>
                <a:gd name="connsiteX1" fmla="*/ 1641562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  <a:gd name="connsiteX0" fmla="*/ 0 w 1828800"/>
                <a:gd name="connsiteY0" fmla="*/ 0 h 914400"/>
                <a:gd name="connsiteX1" fmla="*/ 1641562 w 1828800"/>
                <a:gd name="connsiteY1" fmla="*/ 0 h 914400"/>
                <a:gd name="connsiteX2" fmla="*/ 1828800 w 1828800"/>
                <a:gd name="connsiteY2" fmla="*/ 457200 h 914400"/>
                <a:gd name="connsiteX3" fmla="*/ 1641562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41562" y="0"/>
                  </a:lnTo>
                  <a:lnTo>
                    <a:pt x="1828800" y="457200"/>
                  </a:lnTo>
                  <a:lnTo>
                    <a:pt x="1641562" y="914400"/>
                  </a:lnTo>
                  <a:lnTo>
                    <a:pt x="0" y="914400"/>
                  </a:lnTo>
                  <a:lnTo>
                    <a:pt x="187239" y="45720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32915">
                <a:defRPr/>
              </a:pPr>
              <a:endPara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90C0F4EB-B0CE-4984-57C7-2578591E93B5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5762990" y="1036438"/>
              <a:ext cx="819117" cy="53579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lIns="0" tIns="0" rIns="0" bIns="0"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481">
                <a:buClr>
                  <a:srgbClr val="002960"/>
                </a:buClr>
                <a:buSzPct val="100000"/>
                <a:defRPr/>
              </a:pPr>
              <a:r>
                <a:rPr lang="en-US" sz="1067" b="1" kern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Phase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AEBB7A-3367-D8B7-5936-6E3ECD110606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8878716" y="1324305"/>
            <a:ext cx="1458552" cy="829619"/>
            <a:chOff x="6659037" y="993228"/>
            <a:chExt cx="1093914" cy="622214"/>
          </a:xfrm>
        </p:grpSpPr>
        <p:sp>
          <p:nvSpPr>
            <p:cNvPr id="332" name="Freeform 113">
              <a:extLst>
                <a:ext uri="{FF2B5EF4-FFF2-40B4-BE49-F238E27FC236}">
                  <a16:creationId xmlns:a16="http://schemas.microsoft.com/office/drawing/2014/main" id="{1E595623-0B3F-B927-8FD7-FBDB59D8FB0D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659037" y="993228"/>
              <a:ext cx="1093914" cy="622214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  <a:gd name="connsiteX0" fmla="*/ 0 w 1828800"/>
                <a:gd name="connsiteY0" fmla="*/ 0 h 914400"/>
                <a:gd name="connsiteX1" fmla="*/ 1641561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  <a:gd name="connsiteX0" fmla="*/ 0 w 1828800"/>
                <a:gd name="connsiteY0" fmla="*/ 0 h 914400"/>
                <a:gd name="connsiteX1" fmla="*/ 1641561 w 1828800"/>
                <a:gd name="connsiteY1" fmla="*/ 0 h 914400"/>
                <a:gd name="connsiteX2" fmla="*/ 1828800 w 1828800"/>
                <a:gd name="connsiteY2" fmla="*/ 457200 h 914400"/>
                <a:gd name="connsiteX3" fmla="*/ 1641561 w 1828800"/>
                <a:gd name="connsiteY3" fmla="*/ 914400 h 914400"/>
                <a:gd name="connsiteX4" fmla="*/ 0 w 1828800"/>
                <a:gd name="connsiteY4" fmla="*/ 914400 h 914400"/>
                <a:gd name="connsiteX5" fmla="*/ 187239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41561" y="0"/>
                  </a:lnTo>
                  <a:lnTo>
                    <a:pt x="1828800" y="457200"/>
                  </a:lnTo>
                  <a:lnTo>
                    <a:pt x="1641561" y="914400"/>
                  </a:lnTo>
                  <a:lnTo>
                    <a:pt x="0" y="914400"/>
                  </a:lnTo>
                  <a:lnTo>
                    <a:pt x="187239" y="45720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32915">
                <a:defRPr/>
              </a:pPr>
              <a:endPara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F173BF97-6DC5-5928-02C4-239D1607CF05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6821836" y="1036438"/>
              <a:ext cx="819117" cy="53579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lIns="0" tIns="0" rIns="0" bIns="0"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481">
                <a:buClr>
                  <a:srgbClr val="002960"/>
                </a:buClr>
                <a:buSzPct val="100000"/>
                <a:defRPr/>
              </a:pPr>
              <a:r>
                <a:rPr lang="en-US" sz="1067" b="1" kern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Phase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15A6016-0116-DFBE-7535-19B987820E1D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10290515" y="1324305"/>
            <a:ext cx="1454447" cy="829619"/>
            <a:chOff x="7717885" y="993228"/>
            <a:chExt cx="1090835" cy="622214"/>
          </a:xfrm>
        </p:grpSpPr>
        <p:sp>
          <p:nvSpPr>
            <p:cNvPr id="336" name="Freeform 117">
              <a:extLst>
                <a:ext uri="{FF2B5EF4-FFF2-40B4-BE49-F238E27FC236}">
                  <a16:creationId xmlns:a16="http://schemas.microsoft.com/office/drawing/2014/main" id="{675A425C-6709-2732-0D24-00731BA87CC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717885" y="993228"/>
              <a:ext cx="1090835" cy="622214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73913 w 1828800"/>
                <a:gd name="connsiteY5" fmla="*/ 457200 h 914400"/>
                <a:gd name="connsiteX0" fmla="*/ 0 w 1828800"/>
                <a:gd name="connsiteY0" fmla="*/ 0 h 914400"/>
                <a:gd name="connsiteX1" fmla="*/ 165488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5488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145583 w 1828800"/>
                <a:gd name="connsiteY5" fmla="*/ 457200 h 914400"/>
                <a:gd name="connsiteX0" fmla="*/ 0 w 1828800"/>
                <a:gd name="connsiteY0" fmla="*/ 0 h 914400"/>
                <a:gd name="connsiteX1" fmla="*/ 1683217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3217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44361 w 1828800"/>
                <a:gd name="connsiteY5" fmla="*/ 457200 h 914400"/>
                <a:gd name="connsiteX0" fmla="*/ 0 w 1828800"/>
                <a:gd name="connsiteY0" fmla="*/ 0 h 914400"/>
                <a:gd name="connsiteX1" fmla="*/ 1684439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766 w 1828800"/>
                <a:gd name="connsiteY5" fmla="*/ 457200 h 914400"/>
                <a:gd name="connsiteX0" fmla="*/ 0 w 1828800"/>
                <a:gd name="connsiteY0" fmla="*/ 0 h 914400"/>
                <a:gd name="connsiteX1" fmla="*/ 1641032 w 1828800"/>
                <a:gd name="connsiteY1" fmla="*/ 0 h 914400"/>
                <a:gd name="connsiteX2" fmla="*/ 1828800 w 1828800"/>
                <a:gd name="connsiteY2" fmla="*/ 457200 h 914400"/>
                <a:gd name="connsiteX3" fmla="*/ 1684439 w 1828800"/>
                <a:gd name="connsiteY3" fmla="*/ 914400 h 914400"/>
                <a:gd name="connsiteX4" fmla="*/ 0 w 1828800"/>
                <a:gd name="connsiteY4" fmla="*/ 914400 h 914400"/>
                <a:gd name="connsiteX5" fmla="*/ 187766 w 1828800"/>
                <a:gd name="connsiteY5" fmla="*/ 457200 h 914400"/>
                <a:gd name="connsiteX0" fmla="*/ 0 w 1828800"/>
                <a:gd name="connsiteY0" fmla="*/ 0 h 914400"/>
                <a:gd name="connsiteX1" fmla="*/ 1641032 w 1828800"/>
                <a:gd name="connsiteY1" fmla="*/ 0 h 914400"/>
                <a:gd name="connsiteX2" fmla="*/ 1828800 w 1828800"/>
                <a:gd name="connsiteY2" fmla="*/ 457200 h 914400"/>
                <a:gd name="connsiteX3" fmla="*/ 1641032 w 1828800"/>
                <a:gd name="connsiteY3" fmla="*/ 914400 h 914400"/>
                <a:gd name="connsiteX4" fmla="*/ 0 w 1828800"/>
                <a:gd name="connsiteY4" fmla="*/ 914400 h 914400"/>
                <a:gd name="connsiteX5" fmla="*/ 187766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41032" y="0"/>
                  </a:lnTo>
                  <a:lnTo>
                    <a:pt x="1828800" y="457200"/>
                  </a:lnTo>
                  <a:lnTo>
                    <a:pt x="1641032" y="914400"/>
                  </a:lnTo>
                  <a:lnTo>
                    <a:pt x="0" y="914400"/>
                  </a:lnTo>
                  <a:lnTo>
                    <a:pt x="187766" y="45720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32915">
                <a:defRPr/>
              </a:pPr>
              <a:endPara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F807936D-1359-E119-C570-8A7FBC724B6B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7880683" y="1036438"/>
              <a:ext cx="816038" cy="53579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lIns="0" tIns="0" rIns="0" bIns="0" rtlCol="0" anchor="ctr"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481">
                <a:buClr>
                  <a:srgbClr val="002960"/>
                </a:buClr>
                <a:buSzPct val="100000"/>
                <a:defRPr/>
              </a:pPr>
              <a:r>
                <a:rPr lang="en-US" sz="1067" b="1" kern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Phase</a:t>
              </a:r>
            </a:p>
          </p:txBody>
        </p:sp>
      </p:grpSp>
      <p:sp>
        <p:nvSpPr>
          <p:cNvPr id="17" name="Google Shape;957;p26">
            <a:extLst>
              <a:ext uri="{FF2B5EF4-FFF2-40B4-BE49-F238E27FC236}">
                <a16:creationId xmlns:a16="http://schemas.microsoft.com/office/drawing/2014/main" id="{EBCBC301-DAD0-6C3B-55B4-D26F2D9AA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0" y="444956"/>
            <a:ext cx="10387600" cy="683313"/>
          </a:xfrm>
        </p:spPr>
        <p:txBody>
          <a:bodyPr vert="horz">
            <a:spAutoFit/>
          </a:bodyPr>
          <a:lstStyle/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journey map template (to-be)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F759126-5EEC-CF8D-6EE5-96E26005663E}"/>
              </a:ext>
            </a:extLst>
          </p:cNvPr>
          <p:cNvSpPr txBox="1">
            <a:spLocks/>
          </p:cNvSpPr>
          <p:nvPr/>
        </p:nvSpPr>
        <p:spPr>
          <a:xfrm>
            <a:off x="902202" y="2231464"/>
            <a:ext cx="812300" cy="1932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Activity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12C67AF1-EDCA-4048-3E69-5D431B50222C}"/>
              </a:ext>
            </a:extLst>
          </p:cNvPr>
          <p:cNvSpPr txBox="1">
            <a:spLocks/>
          </p:cNvSpPr>
          <p:nvPr/>
        </p:nvSpPr>
        <p:spPr>
          <a:xfrm>
            <a:off x="7477653" y="2231464"/>
            <a:ext cx="1298491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C410A0B-5DFE-6218-F6C3-D6A0622A0C90}"/>
              </a:ext>
            </a:extLst>
          </p:cNvPr>
          <p:cNvSpPr txBox="1">
            <a:spLocks/>
          </p:cNvSpPr>
          <p:nvPr/>
        </p:nvSpPr>
        <p:spPr>
          <a:xfrm>
            <a:off x="6061065" y="2231464"/>
            <a:ext cx="1303283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315AFBB2-E788-B56A-4C46-CCC416402115}"/>
              </a:ext>
            </a:extLst>
          </p:cNvPr>
          <p:cNvSpPr txBox="1">
            <a:spLocks/>
          </p:cNvSpPr>
          <p:nvPr/>
        </p:nvSpPr>
        <p:spPr>
          <a:xfrm>
            <a:off x="1811975" y="2231464"/>
            <a:ext cx="1316991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8BF54F1D-0162-A781-5203-E04A0071570D}"/>
              </a:ext>
            </a:extLst>
          </p:cNvPr>
          <p:cNvSpPr txBox="1">
            <a:spLocks/>
          </p:cNvSpPr>
          <p:nvPr/>
        </p:nvSpPr>
        <p:spPr>
          <a:xfrm>
            <a:off x="10290514" y="2231464"/>
            <a:ext cx="1298492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65BD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D5C23104-26B1-B8C5-9DD1-AEE752C34D9A}"/>
              </a:ext>
            </a:extLst>
          </p:cNvPr>
          <p:cNvSpPr txBox="1">
            <a:spLocks/>
          </p:cNvSpPr>
          <p:nvPr/>
        </p:nvSpPr>
        <p:spPr>
          <a:xfrm>
            <a:off x="3234556" y="2231464"/>
            <a:ext cx="1293349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34C27AA7-F199-997E-FF7B-B026C0461827}"/>
              </a:ext>
            </a:extLst>
          </p:cNvPr>
          <p:cNvSpPr txBox="1">
            <a:spLocks/>
          </p:cNvSpPr>
          <p:nvPr/>
        </p:nvSpPr>
        <p:spPr>
          <a:xfrm>
            <a:off x="4644095" y="2231464"/>
            <a:ext cx="1308460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C8A27D-FCB3-CD2F-42BA-E1DC962D4205}"/>
              </a:ext>
            </a:extLst>
          </p:cNvPr>
          <p:cNvSpPr txBox="1">
            <a:spLocks/>
          </p:cNvSpPr>
          <p:nvPr/>
        </p:nvSpPr>
        <p:spPr>
          <a:xfrm>
            <a:off x="8884085" y="2231464"/>
            <a:ext cx="1298491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65BD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7A9C49B-C801-2EBB-6D98-7731C7240D54}"/>
              </a:ext>
            </a:extLst>
          </p:cNvPr>
          <p:cNvSpPr txBox="1">
            <a:spLocks/>
          </p:cNvSpPr>
          <p:nvPr/>
        </p:nvSpPr>
        <p:spPr>
          <a:xfrm>
            <a:off x="902202" y="4256952"/>
            <a:ext cx="812300" cy="1932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r>
              <a:rPr lang="en-US" sz="1067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Targets/ Goals and Changes necessary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62F18B-7412-0359-708E-1B0D1B033916}"/>
              </a:ext>
            </a:extLst>
          </p:cNvPr>
          <p:cNvSpPr txBox="1">
            <a:spLocks/>
          </p:cNvSpPr>
          <p:nvPr/>
        </p:nvSpPr>
        <p:spPr>
          <a:xfrm>
            <a:off x="7477653" y="4256952"/>
            <a:ext cx="1298491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67010-3F5D-317E-5D23-D0D6BCBEC3F1}"/>
              </a:ext>
            </a:extLst>
          </p:cNvPr>
          <p:cNvSpPr txBox="1">
            <a:spLocks/>
          </p:cNvSpPr>
          <p:nvPr/>
        </p:nvSpPr>
        <p:spPr>
          <a:xfrm>
            <a:off x="6061065" y="4256952"/>
            <a:ext cx="1303283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CFC458-A139-A6F5-36BF-B3104ABEF628}"/>
              </a:ext>
            </a:extLst>
          </p:cNvPr>
          <p:cNvSpPr txBox="1">
            <a:spLocks/>
          </p:cNvSpPr>
          <p:nvPr/>
        </p:nvSpPr>
        <p:spPr>
          <a:xfrm>
            <a:off x="1811975" y="4256952"/>
            <a:ext cx="1316991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2133AA-FB67-CB7D-451A-33E874A0480F}"/>
              </a:ext>
            </a:extLst>
          </p:cNvPr>
          <p:cNvSpPr txBox="1">
            <a:spLocks/>
          </p:cNvSpPr>
          <p:nvPr/>
        </p:nvSpPr>
        <p:spPr>
          <a:xfrm>
            <a:off x="10290514" y="4256952"/>
            <a:ext cx="1298492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65BD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672A21-1799-3509-D25A-4D60BD33D024}"/>
              </a:ext>
            </a:extLst>
          </p:cNvPr>
          <p:cNvSpPr txBox="1">
            <a:spLocks/>
          </p:cNvSpPr>
          <p:nvPr/>
        </p:nvSpPr>
        <p:spPr>
          <a:xfrm>
            <a:off x="3234556" y="4256952"/>
            <a:ext cx="1293349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60CAE1-E541-6D17-8F1D-C99C6751D00D}"/>
              </a:ext>
            </a:extLst>
          </p:cNvPr>
          <p:cNvSpPr txBox="1">
            <a:spLocks/>
          </p:cNvSpPr>
          <p:nvPr/>
        </p:nvSpPr>
        <p:spPr>
          <a:xfrm>
            <a:off x="4644095" y="4256952"/>
            <a:ext cx="1308460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ADEF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2B4633-770C-845A-55E8-870774A5F6E0}"/>
              </a:ext>
            </a:extLst>
          </p:cNvPr>
          <p:cNvSpPr txBox="1">
            <a:spLocks/>
          </p:cNvSpPr>
          <p:nvPr/>
        </p:nvSpPr>
        <p:spPr>
          <a:xfrm>
            <a:off x="8884085" y="4256952"/>
            <a:ext cx="1298491" cy="1932357"/>
          </a:xfrm>
          <a:prstGeom prst="rect">
            <a:avLst/>
          </a:prstGeom>
          <a:solidFill>
            <a:srgbClr val="FFFFFF"/>
          </a:solidFill>
          <a:ln w="9525">
            <a:solidFill>
              <a:srgbClr val="0065BD"/>
            </a:solidFill>
          </a:ln>
        </p:spPr>
        <p:txBody>
          <a:bodyPr vert="horz" wrap="square" lIns="55101" tIns="55101" rIns="55101" bIns="55101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481">
              <a:buClr>
                <a:srgbClr val="002960"/>
              </a:buClr>
              <a:buSzPct val="100000"/>
              <a:defRPr/>
            </a:pPr>
            <a:endParaRPr lang="en-US" sz="1067" kern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Marvintrackercircle">
            <a:extLst>
              <a:ext uri="{FF2B5EF4-FFF2-40B4-BE49-F238E27FC236}">
                <a16:creationId xmlns:a16="http://schemas.microsoft.com/office/drawing/2014/main" id="{723C76F7-51F0-5D61-6DD7-4A2A6A14E5A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734783" y="191495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sp>
        <p:nvSpPr>
          <p:cNvPr id="11" name="Marvintrackercircle">
            <a:extLst>
              <a:ext uri="{FF2B5EF4-FFF2-40B4-BE49-F238E27FC236}">
                <a16:creationId xmlns:a16="http://schemas.microsoft.com/office/drawing/2014/main" id="{5B1503E4-3ACF-31D8-C201-7773C02A299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148685" y="191495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12" name="Marvintrackercircle">
            <a:extLst>
              <a:ext uri="{FF2B5EF4-FFF2-40B4-BE49-F238E27FC236}">
                <a16:creationId xmlns:a16="http://schemas.microsoft.com/office/drawing/2014/main" id="{159F9174-3458-DA9B-FF2E-C77A709411A5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561460" y="191495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</a:p>
        </p:txBody>
      </p:sp>
      <p:sp>
        <p:nvSpPr>
          <p:cNvPr id="13" name="Marvintrackercircle">
            <a:extLst>
              <a:ext uri="{FF2B5EF4-FFF2-40B4-BE49-F238E27FC236}">
                <a16:creationId xmlns:a16="http://schemas.microsoft.com/office/drawing/2014/main" id="{C907DD3F-7917-5642-BD62-7B2BBD32F16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979637" y="191495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</a:p>
        </p:txBody>
      </p:sp>
      <p:sp>
        <p:nvSpPr>
          <p:cNvPr id="14" name="Marvintrackercircle">
            <a:extLst>
              <a:ext uri="{FF2B5EF4-FFF2-40B4-BE49-F238E27FC236}">
                <a16:creationId xmlns:a16="http://schemas.microsoft.com/office/drawing/2014/main" id="{42E589F9-6CD7-D87E-D054-358697C75F5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1354019" y="191495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</a:p>
        </p:txBody>
      </p:sp>
      <p:sp>
        <p:nvSpPr>
          <p:cNvPr id="28" name="Marvintrackercircle">
            <a:extLst>
              <a:ext uri="{FF2B5EF4-FFF2-40B4-BE49-F238E27FC236}">
                <a16:creationId xmlns:a16="http://schemas.microsoft.com/office/drawing/2014/main" id="{ED07ADFD-B722-1BFD-5F88-A68011CB56D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907356" y="191495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0" name="Marvintrackercircle">
            <a:extLst>
              <a:ext uri="{FF2B5EF4-FFF2-40B4-BE49-F238E27FC236}">
                <a16:creationId xmlns:a16="http://schemas.microsoft.com/office/drawing/2014/main" id="{18CCFB48-7534-CA26-49D0-94307E25874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308920" y="191495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solidFill>
              <a:srgbClr val="FFFFFF"/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915">
              <a:buClr>
                <a:srgbClr val="FFFFFF"/>
              </a:buClr>
              <a:defRPr/>
            </a:pPr>
            <a:r>
              <a:rPr lang="en-US" sz="933" b="1" kern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CD9C95-6459-A7E8-E2B3-EBC1439571CC}"/>
              </a:ext>
            </a:extLst>
          </p:cNvPr>
          <p:cNvCxnSpPr>
            <a:cxnSpLocks/>
          </p:cNvCxnSpPr>
          <p:nvPr/>
        </p:nvCxnSpPr>
        <p:spPr>
          <a:xfrm>
            <a:off x="1811975" y="6400507"/>
            <a:ext cx="9804293" cy="0"/>
          </a:xfrm>
          <a:prstGeom prst="line">
            <a:avLst/>
          </a:prstGeom>
          <a:noFill/>
          <a:ln w="6350" cap="flat" cmpd="sng" algn="ctr">
            <a:solidFill>
              <a:srgbClr val="808080"/>
            </a:solidFill>
            <a:prstDash val="solid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B3A72E3-3381-EAF6-9565-A51C6B03EE54}"/>
              </a:ext>
            </a:extLst>
          </p:cNvPr>
          <p:cNvSpPr txBox="1"/>
          <p:nvPr/>
        </p:nvSpPr>
        <p:spPr>
          <a:xfrm>
            <a:off x="2893710" y="6329806"/>
            <a:ext cx="664455" cy="14144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034">
              <a:spcBef>
                <a:spcPts val="612"/>
              </a:spcBef>
              <a:spcAft>
                <a:spcPts val="612"/>
              </a:spcAft>
              <a:buClr>
                <a:srgbClr val="002960"/>
              </a:buClr>
              <a:buSzPct val="100000"/>
              <a:defRPr/>
            </a:pPr>
            <a:r>
              <a:rPr lang="en-US" sz="919" b="1" kern="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&lt;Time&gt;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38510B-F682-FB78-5A1D-DF72400119BC}"/>
              </a:ext>
            </a:extLst>
          </p:cNvPr>
          <p:cNvSpPr txBox="1"/>
          <p:nvPr/>
        </p:nvSpPr>
        <p:spPr>
          <a:xfrm>
            <a:off x="8999631" y="6329806"/>
            <a:ext cx="1122136" cy="14144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034">
              <a:spcBef>
                <a:spcPts val="612"/>
              </a:spcBef>
              <a:spcAft>
                <a:spcPts val="612"/>
              </a:spcAft>
              <a:buClr>
                <a:srgbClr val="002960"/>
              </a:buClr>
              <a:buSzPct val="100000"/>
              <a:defRPr/>
            </a:pPr>
            <a:r>
              <a:rPr lang="en-US" sz="919" b="1" kern="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&lt;Time&gt;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B8AE4D-09E7-9F4E-E97F-8FCB9129F801}"/>
              </a:ext>
            </a:extLst>
          </p:cNvPr>
          <p:cNvCxnSpPr/>
          <p:nvPr/>
        </p:nvCxnSpPr>
        <p:spPr>
          <a:xfrm>
            <a:off x="4619699" y="6338939"/>
            <a:ext cx="0" cy="123136"/>
          </a:xfrm>
          <a:prstGeom prst="line">
            <a:avLst/>
          </a:prstGeom>
          <a:noFill/>
          <a:ln w="6350" cap="flat" cmpd="sng" algn="ctr">
            <a:solidFill>
              <a:srgbClr val="808080"/>
            </a:solidFill>
            <a:prstDash val="solid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64C11D5-C7B3-C230-0DB4-E453ABB61F4F}"/>
              </a:ext>
            </a:extLst>
          </p:cNvPr>
          <p:cNvSpPr txBox="1"/>
          <p:nvPr/>
        </p:nvSpPr>
        <p:spPr>
          <a:xfrm>
            <a:off x="5644641" y="6329806"/>
            <a:ext cx="832849" cy="14144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034">
              <a:spcBef>
                <a:spcPts val="612"/>
              </a:spcBef>
              <a:spcAft>
                <a:spcPts val="612"/>
              </a:spcAft>
              <a:buClr>
                <a:srgbClr val="002960"/>
              </a:buClr>
              <a:buSzPct val="100000"/>
              <a:defRPr/>
            </a:pPr>
            <a:r>
              <a:rPr lang="en-US" sz="919" b="1" kern="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&lt;Time&gt;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5589066-373A-EF4E-42C0-EA1031D2C852}"/>
              </a:ext>
            </a:extLst>
          </p:cNvPr>
          <p:cNvCxnSpPr/>
          <p:nvPr/>
        </p:nvCxnSpPr>
        <p:spPr>
          <a:xfrm>
            <a:off x="7451051" y="6338939"/>
            <a:ext cx="0" cy="123136"/>
          </a:xfrm>
          <a:prstGeom prst="line">
            <a:avLst/>
          </a:prstGeom>
          <a:noFill/>
          <a:ln w="6350" cap="flat" cmpd="sng" algn="ctr">
            <a:solidFill>
              <a:srgbClr val="808080"/>
            </a:solidFill>
            <a:prstDash val="soli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9871792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NEWVI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LIBID" val="L017ec4e9-d22e-43c0-9401-a458f7bb0717.1.v/WkIA=="/>
  <p:tag name="SLIDELOOKUP" val="202601061640424693802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LIBID" val="L017ec4e9-d22e-43c0-9401-a458f7bb0717.1.v/WkIA=="/>
  <p:tag name="SLIDELOOKUP" val="202601061640424693802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arvintrackercirc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heme/theme1.xml><?xml version="1.0" encoding="utf-8"?>
<a:theme xmlns:a="http://schemas.openxmlformats.org/drawingml/2006/main" name="Corporate - V4.1.0 - February 2025">
  <a:themeElements>
    <a:clrScheme name="Simple Light">
      <a:dk1>
        <a:srgbClr val="252A2E"/>
      </a:dk1>
      <a:lt1>
        <a:srgbClr val="FFFFFF"/>
      </a:lt1>
      <a:dk2>
        <a:srgbClr val="FBAD26"/>
      </a:dk2>
      <a:lt2>
        <a:srgbClr val="F1F1F6"/>
      </a:lt2>
      <a:accent1>
        <a:srgbClr val="0E416C"/>
      </a:accent1>
      <a:accent2>
        <a:srgbClr val="0063A3"/>
      </a:accent2>
      <a:accent3>
        <a:srgbClr val="FBAD26"/>
      </a:accent3>
      <a:accent4>
        <a:srgbClr val="252A2E"/>
      </a:accent4>
      <a:accent5>
        <a:srgbClr val="585C65"/>
      </a:accent5>
      <a:accent6>
        <a:srgbClr val="CBCDD6"/>
      </a:accent6>
      <a:hlink>
        <a:srgbClr val="0063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d61515a0-c8ef-4371-be8f-fd7c678f93a4">C52EUP5HC6MW-1617038999-531</_dlc_DocId>
    <_dlc_DocIdUrl xmlns="d61515a0-c8ef-4371-be8f-fd7c678f93a4">
      <Url>https://mckinsey.sharepoint.com/sites/spe-int-a7oiba8fxkoi4yoy/_layouts/15/DocIdRedir.aspx?ID=C52EUP5HC6MW-1617038999-531</Url>
      <Description>C52EUP5HC6MW-1617038999-531</Description>
    </_dlc_DocIdUrl>
    <TaxCatchAll xmlns="d61515a0-c8ef-4371-be8f-fd7c678f93a4" xsi:nil="true"/>
    <lcf76f155ced4ddcb4097134ff3c332f xmlns="42df0c1a-d37c-41d8-9e2c-d9f2188476c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E24C04A9300B448D84A026E3790246" ma:contentTypeVersion="13" ma:contentTypeDescription="Create a new document." ma:contentTypeScope="" ma:versionID="26a2c2ade3fc22557d7e40d8b95d3689">
  <xsd:schema xmlns:xsd="http://www.w3.org/2001/XMLSchema" xmlns:xs="http://www.w3.org/2001/XMLSchema" xmlns:p="http://schemas.microsoft.com/office/2006/metadata/properties" xmlns:ns2="d61515a0-c8ef-4371-be8f-fd7c678f93a4" xmlns:ns3="42df0c1a-d37c-41d8-9e2c-d9f2188476c4" targetNamespace="http://schemas.microsoft.com/office/2006/metadata/properties" ma:root="true" ma:fieldsID="ab9190fad7702e819d4897c9c73d9e8c" ns2:_="" ns3:_="">
    <xsd:import namespace="d61515a0-c8ef-4371-be8f-fd7c678f93a4"/>
    <xsd:import namespace="42df0c1a-d37c-41d8-9e2c-d9f2188476c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BillingMetadata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1515a0-c8ef-4371-be8f-fd7c678f93a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8" nillable="true" ma:displayName="Taxonomy Catch All Column" ma:hidden="true" ma:list="{f57d986e-444c-4f6e-a649-cf32ba1c870f}" ma:internalName="TaxCatchAll" ma:showField="CatchAllData" ma:web="d61515a0-c8ef-4371-be8f-fd7c678f93a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f0c1a-d37c-41d8-9e2c-d9f2188476c4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3F4D39F-C27C-4500-B436-4870C15956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8AB58C-AFBB-4799-B7C6-FADED102AFAD}">
  <ds:schemaRefs>
    <ds:schemaRef ds:uri="http://schemas.microsoft.com/office/2006/metadata/properties"/>
    <ds:schemaRef ds:uri="http://schemas.microsoft.com/office/infopath/2007/PartnerControls"/>
    <ds:schemaRef ds:uri="d61515a0-c8ef-4371-be8f-fd7c678f93a4"/>
    <ds:schemaRef ds:uri="42df0c1a-d37c-41d8-9e2c-d9f2188476c4"/>
  </ds:schemaRefs>
</ds:datastoreItem>
</file>

<file path=customXml/itemProps3.xml><?xml version="1.0" encoding="utf-8"?>
<ds:datastoreItem xmlns:ds="http://schemas.openxmlformats.org/officeDocument/2006/customXml" ds:itemID="{58E63F97-D17B-41A2-A7B4-45C98925EA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1515a0-c8ef-4371-be8f-fd7c678f93a4"/>
    <ds:schemaRef ds:uri="42df0c1a-d37c-41d8-9e2c-d9f2188476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5BC19FCD-AF32-4DDB-ADF1-D1320E34FCF2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453</Words>
  <Application>Microsoft Macintosh PowerPoint</Application>
  <PresentationFormat>Widescreen</PresentationFormat>
  <Paragraphs>105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Calibri</vt:lpstr>
      <vt:lpstr>Fira Sans Extra Condensed Medium</vt:lpstr>
      <vt:lpstr>Georgia</vt:lpstr>
      <vt:lpstr>Open Sans</vt:lpstr>
      <vt:lpstr>Open Sans ExtraBold</vt:lpstr>
      <vt:lpstr>Segoe UI</vt:lpstr>
      <vt:lpstr>Corporate - V4.1.0 - February 2025</vt:lpstr>
      <vt:lpstr>think-cell Slide</vt:lpstr>
      <vt:lpstr>User journey map (as-is)</vt:lpstr>
      <vt:lpstr>User journey map template (to-be)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Yao Yu</dc:creator>
  <cp:lastModifiedBy>Yao Yu</cp:lastModifiedBy>
  <cp:revision>3</cp:revision>
  <dcterms:created xsi:type="dcterms:W3CDTF">2026-03-17T19:15:11Z</dcterms:created>
  <dcterms:modified xsi:type="dcterms:W3CDTF">2026-03-22T02:04:32Z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2026-03-17T19:15:21Z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873cd49e-4e93-4c62-bf85-887491f56881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50, 3, 0, 1</vt:lpwstr>
  </property>
  <property fmtid="{D5CDD505-2E9C-101B-9397-08002B2CF9AE}" pid="10" name="_dlc_DocIdItemGuid">
    <vt:lpwstr>cfb869d5-054d-4139-bc33-1a15a952a0b8</vt:lpwstr>
  </property>
  <property fmtid="{D5CDD505-2E9C-101B-9397-08002B2CF9AE}" pid="11" name="ContentTypeId">
    <vt:lpwstr>0x01010005E24C04A9300B448D84A026E3790246</vt:lpwstr>
  </property>
  <property fmtid="{D5CDD505-2E9C-101B-9397-08002B2CF9AE}" pid="12" name="MediaServiceImageTags">
    <vt:lpwstr/>
  </property>
</Properties>
</file>